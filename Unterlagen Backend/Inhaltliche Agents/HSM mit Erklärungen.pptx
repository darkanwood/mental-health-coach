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87" r:id="rId5"/>
    <p:sldId id="288" r:id="rId6"/>
  </p:sldIdLst>
  <p:sldSz cx="12195175" cy="6858000"/>
  <p:notesSz cx="9926638" cy="14355763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orient="horz" pos="2931" userDrawn="1">
          <p15:clr>
            <a:srgbClr val="A4A3A4"/>
          </p15:clr>
        </p15:guide>
        <p15:guide id="3" orient="horz" pos="1525" userDrawn="1">
          <p15:clr>
            <a:srgbClr val="A4A3A4"/>
          </p15:clr>
        </p15:guide>
        <p15:guide id="4" orient="horz" pos="300" userDrawn="1">
          <p15:clr>
            <a:srgbClr val="A4A3A4"/>
          </p15:clr>
        </p15:guide>
        <p15:guide id="5" pos="303" userDrawn="1">
          <p15:clr>
            <a:srgbClr val="A4A3A4"/>
          </p15:clr>
        </p15:guide>
        <p15:guide id="6" pos="7379" userDrawn="1">
          <p15:clr>
            <a:srgbClr val="A4A3A4"/>
          </p15:clr>
        </p15:guide>
        <p15:guide id="7" pos="2526" userDrawn="1">
          <p15:clr>
            <a:srgbClr val="A4A3A4"/>
          </p15:clr>
        </p15:guide>
        <p15:guide id="8" pos="2707" userDrawn="1">
          <p15:clr>
            <a:srgbClr val="A4A3A4"/>
          </p15:clr>
        </p15:guide>
        <p15:guide id="9" pos="3750" userDrawn="1">
          <p15:clr>
            <a:srgbClr val="A4A3A4"/>
          </p15:clr>
        </p15:guide>
        <p15:guide id="10" pos="3932" userDrawn="1">
          <p15:clr>
            <a:srgbClr val="A4A3A4"/>
          </p15:clr>
        </p15:guide>
        <p15:guide id="11" pos="4975" userDrawn="1">
          <p15:clr>
            <a:srgbClr val="A4A3A4"/>
          </p15:clr>
        </p15:guide>
        <p15:guide id="12" pos="5745" userDrawn="1">
          <p15:clr>
            <a:srgbClr val="A4A3A4"/>
          </p15:clr>
        </p15:guide>
        <p15:guide id="13" pos="6290" userDrawn="1">
          <p15:clr>
            <a:srgbClr val="A4A3A4"/>
          </p15:clr>
        </p15:guide>
        <p15:guide id="14" pos="6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8653" userDrawn="1">
          <p15:clr>
            <a:srgbClr val="A4A3A4"/>
          </p15:clr>
        </p15:guide>
        <p15:guide id="2" orient="horz" pos="463" userDrawn="1">
          <p15:clr>
            <a:srgbClr val="A4A3A4"/>
          </p15:clr>
        </p15:guide>
        <p15:guide id="3" pos="433" userDrawn="1">
          <p15:clr>
            <a:srgbClr val="A4A3A4"/>
          </p15:clr>
        </p15:guide>
        <p15:guide id="4" pos="582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84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3B1BE-6113-48C2-9D2F-1E9418535EEB}" v="13" dt="2025-02-18T14:27:30.990"/>
  </p1510:revLst>
</p1510:revInfo>
</file>

<file path=ppt/tableStyles.xml><?xml version="1.0" encoding="utf-8"?>
<a:tblStyleLst xmlns:a="http://schemas.openxmlformats.org/drawingml/2006/main" def="{D3E45442-92C8-40C6-B898-F390038B0CC1}">
  <a:tblStyle styleId="{D3E45442-92C8-40C6-B898-F390038B0CC1}" styleName="GROW Tabel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6350" cmpd="sng">
              <a:solidFill>
                <a:schemeClr val="dk2"/>
              </a:solidFill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dk2"/>
              </a:solidFill>
            </a:ln>
          </a:insideH>
          <a:insideV>
            <a:ln w="0" cmpd="sng">
              <a:noFill/>
            </a:ln>
          </a:insideV>
        </a:tcBdr>
      </a:tcStyle>
    </a:wholeTbl>
    <a:firstRow>
      <a:tcTxStyle>
        <a:fontRef idx="major">
          <a:prstClr val="black"/>
        </a:fontRef>
        <a:schemeClr val="lt1"/>
      </a:tcTxStyle>
      <a:tcStyle>
        <a:tcBdr>
          <a:top>
            <a:ln w="6350" cmpd="sng">
              <a:solidFill>
                <a:schemeClr val="accent4"/>
              </a:solidFill>
            </a:ln>
          </a:top>
          <a:bottom>
            <a:ln w="6350" cmpd="sng">
              <a:solidFill>
                <a:schemeClr val="accent4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4" y="270"/>
      </p:cViewPr>
      <p:guideLst>
        <p:guide orient="horz" pos="1026"/>
        <p:guide orient="horz" pos="2931"/>
        <p:guide orient="horz" pos="1525"/>
        <p:guide orient="horz" pos="300"/>
        <p:guide pos="303"/>
        <p:guide pos="7379"/>
        <p:guide pos="2526"/>
        <p:guide pos="2707"/>
        <p:guide pos="3750"/>
        <p:guide pos="3932"/>
        <p:guide pos="4975"/>
        <p:guide pos="5745"/>
        <p:guide pos="6290"/>
        <p:guide pos="6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8653"/>
        <p:guide orient="horz" pos="463"/>
        <p:guide pos="433"/>
        <p:guide pos="58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Heuser" userId="3696fb76-70ff-4c33-b5c5-b9f629c3e02e" providerId="ADAL" clId="{5083B1BE-6113-48C2-9D2F-1E9418535EEB}"/>
    <pc:docChg chg="undo custSel addSld delSld modSld modMainMaster modNotesMaster">
      <pc:chgData name="Melanie Heuser" userId="3696fb76-70ff-4c33-b5c5-b9f629c3e02e" providerId="ADAL" clId="{5083B1BE-6113-48C2-9D2F-1E9418535EEB}" dt="2025-02-19T07:39:01.179" v="226" actId="1076"/>
      <pc:docMkLst>
        <pc:docMk/>
      </pc:docMkLst>
      <pc:sldChg chg="addSp delSp modSp mod">
        <pc:chgData name="Melanie Heuser" userId="3696fb76-70ff-4c33-b5c5-b9f629c3e02e" providerId="ADAL" clId="{5083B1BE-6113-48C2-9D2F-1E9418535EEB}" dt="2025-02-19T06:57:27.721" v="110" actId="14100"/>
        <pc:sldMkLst>
          <pc:docMk/>
          <pc:sldMk cId="2002829855" sldId="287"/>
        </pc:sldMkLst>
        <pc:spChg chg="add del mod">
          <ac:chgData name="Melanie Heuser" userId="3696fb76-70ff-4c33-b5c5-b9f629c3e02e" providerId="ADAL" clId="{5083B1BE-6113-48C2-9D2F-1E9418535EEB}" dt="2025-02-18T14:28:51.429" v="108" actId="478"/>
          <ac:spMkLst>
            <pc:docMk/>
            <pc:sldMk cId="2002829855" sldId="287"/>
            <ac:spMk id="2" creationId="{B2E57111-9834-4377-6268-758A9611EAEF}"/>
          </ac:spMkLst>
        </pc:spChg>
        <pc:spChg chg="add del mod">
          <ac:chgData name="Melanie Heuser" userId="3696fb76-70ff-4c33-b5c5-b9f629c3e02e" providerId="ADAL" clId="{5083B1BE-6113-48C2-9D2F-1E9418535EEB}" dt="2025-02-18T14:21:35.971" v="66" actId="478"/>
          <ac:spMkLst>
            <pc:docMk/>
            <pc:sldMk cId="2002829855" sldId="287"/>
            <ac:spMk id="3" creationId="{234A4442-F70B-7293-5488-220505721723}"/>
          </ac:spMkLst>
        </pc:spChg>
        <pc:spChg chg="mod">
          <ac:chgData name="Melanie Heuser" userId="3696fb76-70ff-4c33-b5c5-b9f629c3e02e" providerId="ADAL" clId="{5083B1BE-6113-48C2-9D2F-1E9418535EEB}" dt="2025-02-18T14:18:23.325" v="63"/>
          <ac:spMkLst>
            <pc:docMk/>
            <pc:sldMk cId="2002829855" sldId="287"/>
            <ac:spMk id="22" creationId="{00000000-0000-0000-0000-000000000000}"/>
          </ac:spMkLst>
        </pc:spChg>
        <pc:spChg chg="mod">
          <ac:chgData name="Melanie Heuser" userId="3696fb76-70ff-4c33-b5c5-b9f629c3e02e" providerId="ADAL" clId="{5083B1BE-6113-48C2-9D2F-1E9418535EEB}" dt="2025-02-18T14:18:23.325" v="63"/>
          <ac:spMkLst>
            <pc:docMk/>
            <pc:sldMk cId="2002829855" sldId="287"/>
            <ac:spMk id="23" creationId="{00000000-0000-0000-0000-000000000000}"/>
          </ac:spMkLst>
        </pc:spChg>
        <pc:picChg chg="mod">
          <ac:chgData name="Melanie Heuser" userId="3696fb76-70ff-4c33-b5c5-b9f629c3e02e" providerId="ADAL" clId="{5083B1BE-6113-48C2-9D2F-1E9418535EEB}" dt="2025-02-19T06:57:27.721" v="110" actId="14100"/>
          <ac:picMkLst>
            <pc:docMk/>
            <pc:sldMk cId="2002829855" sldId="287"/>
            <ac:picMk id="21" creationId="{00000000-0000-0000-0000-000000000000}"/>
          </ac:picMkLst>
        </pc:picChg>
      </pc:sldChg>
      <pc:sldChg chg="addSp delSp modSp add mod">
        <pc:chgData name="Melanie Heuser" userId="3696fb76-70ff-4c33-b5c5-b9f629c3e02e" providerId="ADAL" clId="{5083B1BE-6113-48C2-9D2F-1E9418535EEB}" dt="2025-02-19T07:39:01.179" v="226" actId="1076"/>
        <pc:sldMkLst>
          <pc:docMk/>
          <pc:sldMk cId="1436841330" sldId="288"/>
        </pc:sldMkLst>
        <pc:spChg chg="mod">
          <ac:chgData name="Melanie Heuser" userId="3696fb76-70ff-4c33-b5c5-b9f629c3e02e" providerId="ADAL" clId="{5083B1BE-6113-48C2-9D2F-1E9418535EEB}" dt="2025-02-19T07:39:01.179" v="226" actId="1076"/>
          <ac:spMkLst>
            <pc:docMk/>
            <pc:sldMk cId="1436841330" sldId="288"/>
            <ac:spMk id="2" creationId="{C4CF4166-C95E-30B6-0364-7C61D76D6455}"/>
          </ac:spMkLst>
        </pc:spChg>
        <pc:spChg chg="mod">
          <ac:chgData name="Melanie Heuser" userId="3696fb76-70ff-4c33-b5c5-b9f629c3e02e" providerId="ADAL" clId="{5083B1BE-6113-48C2-9D2F-1E9418535EEB}" dt="2025-02-19T07:39:01.179" v="226" actId="1076"/>
          <ac:spMkLst>
            <pc:docMk/>
            <pc:sldMk cId="1436841330" sldId="288"/>
            <ac:spMk id="3" creationId="{59297720-91D8-8F15-0DFC-0D772A55F8C2}"/>
          </ac:spMkLst>
        </pc:spChg>
        <pc:spChg chg="add mod">
          <ac:chgData name="Melanie Heuser" userId="3696fb76-70ff-4c33-b5c5-b9f629c3e02e" providerId="ADAL" clId="{5083B1BE-6113-48C2-9D2F-1E9418535EEB}" dt="2025-02-19T07:39:01.179" v="226" actId="1076"/>
          <ac:spMkLst>
            <pc:docMk/>
            <pc:sldMk cId="1436841330" sldId="288"/>
            <ac:spMk id="4" creationId="{0A3392B7-AF9D-67FD-56ED-8CB1C0DC77BC}"/>
          </ac:spMkLst>
        </pc:spChg>
        <pc:spChg chg="add mod">
          <ac:chgData name="Melanie Heuser" userId="3696fb76-70ff-4c33-b5c5-b9f629c3e02e" providerId="ADAL" clId="{5083B1BE-6113-48C2-9D2F-1E9418535EEB}" dt="2025-02-19T07:39:01.179" v="226" actId="1076"/>
          <ac:spMkLst>
            <pc:docMk/>
            <pc:sldMk cId="1436841330" sldId="288"/>
            <ac:spMk id="6" creationId="{FF4DB7B8-FB03-2251-B327-FAD29EBE535B}"/>
          </ac:spMkLst>
        </pc:spChg>
        <pc:graphicFrameChg chg="add mod">
          <ac:chgData name="Melanie Heuser" userId="3696fb76-70ff-4c33-b5c5-b9f629c3e02e" providerId="ADAL" clId="{5083B1BE-6113-48C2-9D2F-1E9418535EEB}" dt="2025-02-18T14:25:36.525" v="87"/>
          <ac:graphicFrameMkLst>
            <pc:docMk/>
            <pc:sldMk cId="1436841330" sldId="288"/>
            <ac:graphicFrameMk id="5" creationId="{CDC0959A-F688-8D3D-12A9-E5337C541581}"/>
          </ac:graphicFrameMkLst>
        </pc:graphicFrameChg>
        <pc:picChg chg="del mod">
          <ac:chgData name="Melanie Heuser" userId="3696fb76-70ff-4c33-b5c5-b9f629c3e02e" providerId="ADAL" clId="{5083B1BE-6113-48C2-9D2F-1E9418535EEB}" dt="2025-02-19T06:58:15.534" v="111" actId="478"/>
          <ac:picMkLst>
            <pc:docMk/>
            <pc:sldMk cId="1436841330" sldId="288"/>
            <ac:picMk id="21" creationId="{1270B875-D6F7-0436-B9F9-996DD0060B34}"/>
          </ac:picMkLst>
        </pc:picChg>
      </pc:sldChg>
      <pc:sldChg chg="new del">
        <pc:chgData name="Melanie Heuser" userId="3696fb76-70ff-4c33-b5c5-b9f629c3e02e" providerId="ADAL" clId="{5083B1BE-6113-48C2-9D2F-1E9418535EEB}" dt="2025-02-18T14:18:26.221" v="64" actId="47"/>
        <pc:sldMkLst>
          <pc:docMk/>
          <pc:sldMk cId="3584526613" sldId="288"/>
        </pc:sldMkLst>
      </pc:sldChg>
      <pc:sldMasterChg chg="modSp modSldLayout">
        <pc:chgData name="Melanie Heuser" userId="3696fb76-70ff-4c33-b5c5-b9f629c3e02e" providerId="ADAL" clId="{5083B1BE-6113-48C2-9D2F-1E9418535EEB}" dt="2025-02-18T14:18:23.325" v="63"/>
        <pc:sldMasterMkLst>
          <pc:docMk/>
          <pc:sldMasterMk cId="1132894697" sldId="2147483648"/>
        </pc:sldMasterMkLst>
        <pc:spChg chg="mod">
          <ac:chgData name="Melanie Heuser" userId="3696fb76-70ff-4c33-b5c5-b9f629c3e02e" providerId="ADAL" clId="{5083B1BE-6113-48C2-9D2F-1E9418535EEB}" dt="2025-02-18T14:18:23.325" v="63"/>
          <ac:spMkLst>
            <pc:docMk/>
            <pc:sldMasterMk cId="1132894697" sldId="2147483648"/>
            <ac:spMk id="2" creationId="{00000000-0000-0000-0000-000000000000}"/>
          </ac:spMkLst>
        </pc:spChg>
        <pc:spChg chg="mod">
          <ac:chgData name="Melanie Heuser" userId="3696fb76-70ff-4c33-b5c5-b9f629c3e02e" providerId="ADAL" clId="{5083B1BE-6113-48C2-9D2F-1E9418535EEB}" dt="2025-02-18T14:18:23.325" v="63"/>
          <ac:spMkLst>
            <pc:docMk/>
            <pc:sldMasterMk cId="1132894697" sldId="2147483648"/>
            <ac:spMk id="3" creationId="{00000000-0000-0000-0000-000000000000}"/>
          </ac:spMkLst>
        </pc:spChg>
        <pc:spChg chg="mod">
          <ac:chgData name="Melanie Heuser" userId="3696fb76-70ff-4c33-b5c5-b9f629c3e02e" providerId="ADAL" clId="{5083B1BE-6113-48C2-9D2F-1E9418535EEB}" dt="2025-02-18T14:18:23.325" v="63"/>
          <ac:spMkLst>
            <pc:docMk/>
            <pc:sldMasterMk cId="1132894697" sldId="2147483648"/>
            <ac:spMk id="5" creationId="{00000000-0000-0000-0000-000000000000}"/>
          </ac:spMkLst>
        </pc:spChg>
        <pc:spChg chg="mod">
          <ac:chgData name="Melanie Heuser" userId="3696fb76-70ff-4c33-b5c5-b9f629c3e02e" providerId="ADAL" clId="{5083B1BE-6113-48C2-9D2F-1E9418535EEB}" dt="2025-02-18T14:18:23.325" v="63"/>
          <ac:spMkLst>
            <pc:docMk/>
            <pc:sldMasterMk cId="1132894697" sldId="2147483648"/>
            <ac:spMk id="6" creationId="{00000000-0000-0000-0000-000000000000}"/>
          </ac:spMkLst>
        </pc:spChg>
        <pc:spChg chg="mod">
          <ac:chgData name="Melanie Heuser" userId="3696fb76-70ff-4c33-b5c5-b9f629c3e02e" providerId="ADAL" clId="{5083B1BE-6113-48C2-9D2F-1E9418535EEB}" dt="2025-02-18T14:18:23.325" v="63"/>
          <ac:spMkLst>
            <pc:docMk/>
            <pc:sldMasterMk cId="1132894697" sldId="2147483648"/>
            <ac:spMk id="8" creationId="{00000000-0000-0000-0000-000000000000}"/>
          </ac:spMkLst>
        </pc:spChg>
        <pc:grpChg chg="mod">
          <ac:chgData name="Melanie Heuser" userId="3696fb76-70ff-4c33-b5c5-b9f629c3e02e" providerId="ADAL" clId="{5083B1BE-6113-48C2-9D2F-1E9418535EEB}" dt="2025-02-18T14:18:23.325" v="63"/>
          <ac:grpSpMkLst>
            <pc:docMk/>
            <pc:sldMasterMk cId="1132894697" sldId="2147483648"/>
            <ac:grpSpMk id="15" creationId="{00000000-0000-0000-0000-000000000000}"/>
          </ac:grpSpMkLst>
        </pc:grpChg>
        <pc:graphicFrameChg chg="mod">
          <ac:chgData name="Melanie Heuser" userId="3696fb76-70ff-4c33-b5c5-b9f629c3e02e" providerId="ADAL" clId="{5083B1BE-6113-48C2-9D2F-1E9418535EEB}" dt="2025-02-18T14:18:23.325" v="63"/>
          <ac:graphicFrameMkLst>
            <pc:docMk/>
            <pc:sldMasterMk cId="1132894697" sldId="2147483648"/>
            <ac:graphicFrameMk id="7" creationId="{00000000-0000-0000-0000-000000000000}"/>
          </ac:graphicFrameMkLst>
        </pc:graphicFrameChg>
        <pc:picChg chg="mod">
          <ac:chgData name="Melanie Heuser" userId="3696fb76-70ff-4c33-b5c5-b9f629c3e02e" providerId="ADAL" clId="{5083B1BE-6113-48C2-9D2F-1E9418535EEB}" dt="2025-02-18T14:18:23.325" v="63"/>
          <ac:picMkLst>
            <pc:docMk/>
            <pc:sldMasterMk cId="1132894697" sldId="2147483648"/>
            <ac:picMk id="1076" creationId="{00000000-0000-0000-0000-000000000000}"/>
          </ac:picMkLst>
        </pc:picChg>
        <pc:cxnChg chg="mod">
          <ac:chgData name="Melanie Heuser" userId="3696fb76-70ff-4c33-b5c5-b9f629c3e02e" providerId="ADAL" clId="{5083B1BE-6113-48C2-9D2F-1E9418535EEB}" dt="2025-02-18T14:18:23.325" v="63"/>
          <ac:cxnSpMkLst>
            <pc:docMk/>
            <pc:sldMasterMk cId="1132894697" sldId="2147483648"/>
            <ac:cxnSpMk id="17" creationId="{00000000-0000-0000-0000-000000000000}"/>
          </ac:cxnSpMkLst>
        </pc:cxnChg>
        <pc:cxnChg chg="mod">
          <ac:chgData name="Melanie Heuser" userId="3696fb76-70ff-4c33-b5c5-b9f629c3e02e" providerId="ADAL" clId="{5083B1BE-6113-48C2-9D2F-1E9418535EEB}" dt="2025-02-18T14:18:23.325" v="63"/>
          <ac:cxnSpMkLst>
            <pc:docMk/>
            <pc:sldMasterMk cId="1132894697" sldId="2147483648"/>
            <ac:cxnSpMk id="20" creationId="{00000000-0000-0000-0000-000000000000}"/>
          </ac:cxnSpMkLst>
        </pc:cxn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566257257" sldId="2147483649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566257257" sldId="2147483649"/>
              <ac:spMk id="2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566257257" sldId="2147483649"/>
              <ac:spMk id="3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566257257" sldId="2147483649"/>
              <ac:spMk id="5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566257257" sldId="2147483649"/>
              <ac:spMk id="9" creationId="{00000000-0000-0000-0000-000000000000}"/>
            </ac:spMkLst>
          </pc:spChg>
          <pc:graphicFrameChg chg="mod">
            <ac:chgData name="Melanie Heuser" userId="3696fb76-70ff-4c33-b5c5-b9f629c3e02e" providerId="ADAL" clId="{5083B1BE-6113-48C2-9D2F-1E9418535EEB}" dt="2025-02-18T14:18:23.325" v="63"/>
            <ac:graphicFrameMkLst>
              <pc:docMk/>
              <pc:sldMasterMk cId="1132894697" sldId="2147483648"/>
              <pc:sldLayoutMk cId="566257257" sldId="2147483649"/>
              <ac:graphicFrameMk id="7" creationId="{00000000-0000-0000-0000-000000000000}"/>
            </ac:graphicFrameMkLst>
          </pc:graphicFrameChg>
          <pc:picChg chg="mod">
            <ac:chgData name="Melanie Heuser" userId="3696fb76-70ff-4c33-b5c5-b9f629c3e02e" providerId="ADAL" clId="{5083B1BE-6113-48C2-9D2F-1E9418535EEB}" dt="2025-02-18T14:18:23.325" v="63"/>
            <ac:picMkLst>
              <pc:docMk/>
              <pc:sldMasterMk cId="1132894697" sldId="2147483648"/>
              <pc:sldLayoutMk cId="566257257" sldId="2147483649"/>
              <ac:picMk id="8" creationId="{00000000-0000-0000-0000-000000000000}"/>
            </ac:picMkLst>
          </pc:pic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354017964" sldId="2147483650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354017964" sldId="2147483650"/>
              <ac:spMk id="2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354017964" sldId="2147483650"/>
              <ac:spMk id="3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354017964" sldId="2147483650"/>
              <ac:spMk id="7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354017964" sldId="2147483650"/>
              <ac:spMk id="8" creationId="{00000000-0000-0000-0000-000000000000}"/>
            </ac:spMkLst>
          </pc:sp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1096183775" sldId="2147483654"/>
          </pc:sldLayoutMkLst>
          <pc:graphicFrameChg chg="mod">
            <ac:chgData name="Melanie Heuser" userId="3696fb76-70ff-4c33-b5c5-b9f629c3e02e" providerId="ADAL" clId="{5083B1BE-6113-48C2-9D2F-1E9418535EEB}" dt="2025-02-18T14:18:23.325" v="63"/>
            <ac:graphicFrameMkLst>
              <pc:docMk/>
              <pc:sldMasterMk cId="1132894697" sldId="2147483648"/>
              <pc:sldLayoutMk cId="1096183775" sldId="2147483654"/>
              <ac:graphicFrameMk id="3" creationId="{00000000-0000-0000-0000-000000000000}"/>
            </ac:graphicFrameMkLst>
          </pc:graphicFrame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1878681549" sldId="2147483660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1878681549" sldId="2147483660"/>
              <ac:spMk id="2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1878681549" sldId="2147483660"/>
              <ac:spMk id="3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1878681549" sldId="2147483660"/>
              <ac:spMk id="8" creationId="{00000000-0000-0000-0000-000000000000}"/>
            </ac:spMkLst>
          </pc:spChg>
          <pc:graphicFrameChg chg="mod">
            <ac:chgData name="Melanie Heuser" userId="3696fb76-70ff-4c33-b5c5-b9f629c3e02e" providerId="ADAL" clId="{5083B1BE-6113-48C2-9D2F-1E9418535EEB}" dt="2025-02-18T14:18:23.325" v="63"/>
            <ac:graphicFrameMkLst>
              <pc:docMk/>
              <pc:sldMasterMk cId="1132894697" sldId="2147483648"/>
              <pc:sldLayoutMk cId="1878681549" sldId="2147483660"/>
              <ac:graphicFrameMk id="7" creationId="{00000000-0000-0000-0000-000000000000}"/>
            </ac:graphicFrameMkLst>
          </pc:graphicFrameChg>
          <pc:picChg chg="mod">
            <ac:chgData name="Melanie Heuser" userId="3696fb76-70ff-4c33-b5c5-b9f629c3e02e" providerId="ADAL" clId="{5083B1BE-6113-48C2-9D2F-1E9418535EEB}" dt="2025-02-18T14:18:23.325" v="63"/>
            <ac:picMkLst>
              <pc:docMk/>
              <pc:sldMasterMk cId="1132894697" sldId="2147483648"/>
              <pc:sldLayoutMk cId="1878681549" sldId="2147483660"/>
              <ac:picMk id="10" creationId="{00000000-0000-0000-0000-000000000000}"/>
            </ac:picMkLst>
          </pc:pic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2024781322" sldId="2147483661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024781322" sldId="2147483661"/>
              <ac:spMk id="3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024781322" sldId="2147483661"/>
              <ac:spMk id="7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024781322" sldId="2147483661"/>
              <ac:spMk id="8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024781322" sldId="2147483661"/>
              <ac:spMk id="9" creationId="{00000000-0000-0000-0000-000000000000}"/>
            </ac:spMkLst>
          </pc:sp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2400658973" sldId="2147483662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400658973" sldId="2147483662"/>
              <ac:spMk id="3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400658973" sldId="2147483662"/>
              <ac:spMk id="7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400658973" sldId="2147483662"/>
              <ac:spMk id="8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400658973" sldId="2147483662"/>
              <ac:spMk id="9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400658973" sldId="2147483662"/>
              <ac:spMk id="10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400658973" sldId="2147483662"/>
              <ac:spMk id="11" creationId="{00000000-0000-0000-0000-000000000000}"/>
            </ac:spMkLst>
          </pc:sp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757748379" sldId="2147483663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757748379" sldId="2147483663"/>
              <ac:spMk id="8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757748379" sldId="2147483663"/>
              <ac:spMk id="9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757748379" sldId="2147483663"/>
              <ac:spMk id="11" creationId="{00000000-0000-0000-0000-000000000000}"/>
            </ac:spMkLst>
          </pc:sp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2214111569" sldId="2147483664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214111569" sldId="2147483664"/>
              <ac:spMk id="3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214111569" sldId="2147483664"/>
              <ac:spMk id="7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214111569" sldId="2147483664"/>
              <ac:spMk id="8" creationId="{00000000-0000-0000-0000-000000000000}"/>
            </ac:spMkLst>
          </pc:sp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4167517677" sldId="2147483665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4167517677" sldId="2147483665"/>
              <ac:spMk id="4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4167517677" sldId="2147483665"/>
              <ac:spMk id="7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4167517677" sldId="2147483665"/>
              <ac:spMk id="8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4167517677" sldId="2147483665"/>
              <ac:spMk id="9" creationId="{00000000-0000-0000-0000-000000000000}"/>
            </ac:spMkLst>
          </pc:sp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637633186" sldId="2147483666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637633186" sldId="2147483666"/>
              <ac:spMk id="8" creationId="{00000000-0000-0000-0000-000000000000}"/>
            </ac:spMkLst>
          </pc:spChg>
          <pc:graphicFrameChg chg="mod">
            <ac:chgData name="Melanie Heuser" userId="3696fb76-70ff-4c33-b5c5-b9f629c3e02e" providerId="ADAL" clId="{5083B1BE-6113-48C2-9D2F-1E9418535EEB}" dt="2025-02-18T14:18:23.325" v="63"/>
            <ac:graphicFrameMkLst>
              <pc:docMk/>
              <pc:sldMasterMk cId="1132894697" sldId="2147483648"/>
              <pc:sldLayoutMk cId="637633186" sldId="2147483666"/>
              <ac:graphicFrameMk id="9" creationId="{00000000-0000-0000-0000-000000000000}"/>
            </ac:graphicFrameMkLst>
          </pc:graphicFrame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112946642" sldId="2147483667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112946642" sldId="2147483667"/>
              <ac:spMk id="3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112946642" sldId="2147483667"/>
              <ac:spMk id="8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112946642" sldId="2147483667"/>
              <ac:spMk id="9" creationId="{00000000-0000-0000-0000-000000000000}"/>
            </ac:spMkLst>
          </pc:spChg>
          <pc:graphicFrameChg chg="mod">
            <ac:chgData name="Melanie Heuser" userId="3696fb76-70ff-4c33-b5c5-b9f629c3e02e" providerId="ADAL" clId="{5083B1BE-6113-48C2-9D2F-1E9418535EEB}" dt="2025-02-18T14:18:23.325" v="63"/>
            <ac:graphicFrameMkLst>
              <pc:docMk/>
              <pc:sldMasterMk cId="1132894697" sldId="2147483648"/>
              <pc:sldLayoutMk cId="112946642" sldId="2147483667"/>
              <ac:graphicFrameMk id="4" creationId="{00000000-0000-0000-0000-000000000000}"/>
            </ac:graphicFrameMkLst>
          </pc:graphicFrameChg>
          <pc:cxnChg chg="mod">
            <ac:chgData name="Melanie Heuser" userId="3696fb76-70ff-4c33-b5c5-b9f629c3e02e" providerId="ADAL" clId="{5083B1BE-6113-48C2-9D2F-1E9418535EEB}" dt="2025-02-18T14:18:23.325" v="63"/>
            <ac:cxnSpMkLst>
              <pc:docMk/>
              <pc:sldMasterMk cId="1132894697" sldId="2147483648"/>
              <pc:sldLayoutMk cId="112946642" sldId="2147483667"/>
              <ac:cxnSpMk id="13" creationId="{00000000-0000-0000-0000-000000000000}"/>
            </ac:cxnSpMkLst>
          </pc:cxn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1870060422" sldId="2147483668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1870060422" sldId="2147483668"/>
              <ac:spMk id="8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1870060422" sldId="2147483668"/>
              <ac:spMk id="9" creationId="{00000000-0000-0000-0000-000000000000}"/>
            </ac:spMkLst>
          </pc:sp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2861591370" sldId="2147483669"/>
          </pc:sldLayoutMkLst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861591370" sldId="2147483669"/>
              <ac:spMk id="2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861591370" sldId="2147483669"/>
              <ac:spMk id="6" creationId="{00000000-0000-0000-0000-000000000000}"/>
            </ac:spMkLst>
          </pc:spChg>
          <pc:spChg chg="mod">
            <ac:chgData name="Melanie Heuser" userId="3696fb76-70ff-4c33-b5c5-b9f629c3e02e" providerId="ADAL" clId="{5083B1BE-6113-48C2-9D2F-1E9418535EEB}" dt="2025-02-18T14:18:23.325" v="63"/>
            <ac:spMkLst>
              <pc:docMk/>
              <pc:sldMasterMk cId="1132894697" sldId="2147483648"/>
              <pc:sldLayoutMk cId="2861591370" sldId="2147483669"/>
              <ac:spMk id="8" creationId="{00000000-0000-0000-0000-000000000000}"/>
            </ac:spMkLst>
          </pc:spChg>
          <pc:graphicFrameChg chg="mod">
            <ac:chgData name="Melanie Heuser" userId="3696fb76-70ff-4c33-b5c5-b9f629c3e02e" providerId="ADAL" clId="{5083B1BE-6113-48C2-9D2F-1E9418535EEB}" dt="2025-02-18T14:18:23.325" v="63"/>
            <ac:graphicFrameMkLst>
              <pc:docMk/>
              <pc:sldMasterMk cId="1132894697" sldId="2147483648"/>
              <pc:sldLayoutMk cId="2861591370" sldId="2147483669"/>
              <ac:graphicFrameMk id="7" creationId="{00000000-0000-0000-0000-000000000000}"/>
            </ac:graphicFrameMkLst>
          </pc:graphicFrameChg>
        </pc:sldLayoutChg>
        <pc:sldLayoutChg chg="modSp">
          <pc:chgData name="Melanie Heuser" userId="3696fb76-70ff-4c33-b5c5-b9f629c3e02e" providerId="ADAL" clId="{5083B1BE-6113-48C2-9D2F-1E9418535EEB}" dt="2025-02-18T14:18:23.325" v="63"/>
          <pc:sldLayoutMkLst>
            <pc:docMk/>
            <pc:sldMasterMk cId="1132894697" sldId="2147483648"/>
            <pc:sldLayoutMk cId="2133864486" sldId="2147483670"/>
          </pc:sldLayoutMkLst>
          <pc:graphicFrameChg chg="mod">
            <ac:chgData name="Melanie Heuser" userId="3696fb76-70ff-4c33-b5c5-b9f629c3e02e" providerId="ADAL" clId="{5083B1BE-6113-48C2-9D2F-1E9418535EEB}" dt="2025-02-18T14:18:23.325" v="63"/>
            <ac:graphicFrameMkLst>
              <pc:docMk/>
              <pc:sldMasterMk cId="1132894697" sldId="2147483648"/>
              <pc:sldLayoutMk cId="2133864486" sldId="2147483670"/>
              <ac:graphicFrameMk id="3" creationId="{00000000-0000-0000-0000-000000000000}"/>
            </ac:graphicFrameMkLst>
          </pc:graphicFrame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4"/>
          <p:cNvSpPr>
            <a:spLocks noGrp="1"/>
          </p:cNvSpPr>
          <p:nvPr>
            <p:ph type="ftr" sz="quarter" idx="2"/>
          </p:nvPr>
        </p:nvSpPr>
        <p:spPr bwMode="gray">
          <a:xfrm>
            <a:off x="1360087" y="13733857"/>
            <a:ext cx="6982517" cy="22703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Titel der Präsentation | 25.08.2016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3"/>
          </p:nvPr>
        </p:nvSpPr>
        <p:spPr bwMode="gray">
          <a:xfrm>
            <a:off x="8402857" y="13734791"/>
            <a:ext cx="833826" cy="2260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2B8A1-0CCE-4815-9668-383D7DE7D8B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Rechteck 10"/>
          <p:cNvSpPr/>
          <p:nvPr/>
        </p:nvSpPr>
        <p:spPr bwMode="gray">
          <a:xfrm>
            <a:off x="696245" y="13731052"/>
            <a:ext cx="591943" cy="2261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l"/>
            <a:r>
              <a:rPr lang="de-DE" sz="1000">
                <a:solidFill>
                  <a:schemeClr val="tx1"/>
                </a:solidFill>
                <a:latin typeface="+mj-lt"/>
              </a:rPr>
              <a:t>© GROW | </a:t>
            </a:r>
          </a:p>
        </p:txBody>
      </p:sp>
      <p:cxnSp>
        <p:nvCxnSpPr>
          <p:cNvPr id="12" name="Gerade Verbindung 11"/>
          <p:cNvCxnSpPr/>
          <p:nvPr/>
        </p:nvCxnSpPr>
        <p:spPr bwMode="gray">
          <a:xfrm>
            <a:off x="8402857" y="13662853"/>
            <a:ext cx="833826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392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250" y="735013"/>
            <a:ext cx="5646738" cy="31765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132712" tIns="66357" rIns="132712" bIns="66357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9356" y="4238585"/>
            <a:ext cx="8547327" cy="9044006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6</a:t>
            </a:r>
          </a:p>
          <a:p>
            <a:pPr lvl="6"/>
            <a:r>
              <a:rPr lang="de-DE"/>
              <a:t>7</a:t>
            </a:r>
          </a:p>
          <a:p>
            <a:pPr lvl="7"/>
            <a:r>
              <a:rPr lang="de-DE"/>
              <a:t>8</a:t>
            </a:r>
          </a:p>
          <a:p>
            <a:pPr lvl="8"/>
            <a:r>
              <a:rPr lang="de-DE"/>
              <a:t>9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4"/>
          </p:nvPr>
        </p:nvSpPr>
        <p:spPr bwMode="gray">
          <a:xfrm>
            <a:off x="1360087" y="13733857"/>
            <a:ext cx="6982517" cy="22703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Titel der Präsentation | 25.08.2016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5"/>
          </p:nvPr>
        </p:nvSpPr>
        <p:spPr bwMode="gray">
          <a:xfrm>
            <a:off x="8402857" y="13734791"/>
            <a:ext cx="833826" cy="2260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2B8A1-0CCE-4815-9668-383D7DE7D8B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Rechteck 9"/>
          <p:cNvSpPr/>
          <p:nvPr/>
        </p:nvSpPr>
        <p:spPr bwMode="gray">
          <a:xfrm>
            <a:off x="696245" y="13731052"/>
            <a:ext cx="591943" cy="2261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l"/>
            <a:r>
              <a:rPr lang="de-DE" sz="1000">
                <a:solidFill>
                  <a:schemeClr val="tx1"/>
                </a:solidFill>
                <a:latin typeface="+mj-lt"/>
              </a:rPr>
              <a:t>© GROW | </a:t>
            </a:r>
          </a:p>
        </p:txBody>
      </p:sp>
      <p:cxnSp>
        <p:nvCxnSpPr>
          <p:cNvPr id="11" name="Gerade Verbindung 10"/>
          <p:cNvCxnSpPr/>
          <p:nvPr/>
        </p:nvCxnSpPr>
        <p:spPr bwMode="gray">
          <a:xfrm>
            <a:off x="8402857" y="13662853"/>
            <a:ext cx="833826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0" descr="K:\Grow\04_KommDesign\2016\Basiselemente\05_Reinzeichnung\Grow_Logo_RZ_Pfade_RGB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985812" y="747701"/>
            <a:ext cx="1250611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Datumsplatzhalter 12"/>
          <p:cNvSpPr>
            <a:spLocks noGrp="1"/>
          </p:cNvSpPr>
          <p:nvPr>
            <p:ph type="dt" idx="1"/>
          </p:nvPr>
        </p:nvSpPr>
        <p:spPr>
          <a:xfrm>
            <a:off x="7673254" y="3673335"/>
            <a:ext cx="1550973" cy="26558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/>
            </a:lvl1pPr>
          </a:lstStyle>
          <a:p>
            <a:fld id="{2B3B6039-404C-4FF3-8846-546B3E212F2F}" type="datetimeFigureOut">
              <a:rPr lang="de-DE" smtClean="0"/>
              <a:pPr/>
              <a:t>18.02.2025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091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88000" indent="-144000" algn="l" defTabSz="914400" rtl="0" eaLnBrk="1" latinLnBrk="0" hangingPunct="1">
      <a:buClr>
        <a:schemeClr val="tx1"/>
      </a:buClr>
      <a:buFont typeface="Gill Sans MT Pro Light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76000" indent="-144000" algn="l" defTabSz="914400" rtl="0" eaLnBrk="1" latinLnBrk="0" hangingPunct="1">
      <a:buClr>
        <a:schemeClr val="tx1"/>
      </a:buClr>
      <a:buFont typeface="Gill Sans MT Pro Light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864000" indent="-144000" algn="l" defTabSz="914400" rtl="0" eaLnBrk="1" latinLnBrk="0" hangingPunct="1">
      <a:buClr>
        <a:schemeClr val="tx1"/>
      </a:buClr>
      <a:buFont typeface="Gill Sans MT Pro Light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152000" indent="-216000" algn="l" defTabSz="914400" rtl="0" eaLnBrk="1" latinLnBrk="0" hangingPunct="1">
      <a:buClr>
        <a:schemeClr val="tx1"/>
      </a:buClr>
      <a:buFont typeface="Gill Sans MT Pro Light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440000" indent="-216000" algn="l" defTabSz="914400" rtl="0" eaLnBrk="1" latinLnBrk="0" hangingPunct="1">
      <a:buClr>
        <a:schemeClr val="tx1"/>
      </a:buClr>
      <a:buFont typeface="Gill Sans MT Pro Light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440000" indent="-216000" algn="l" defTabSz="914400" rtl="0" eaLnBrk="1" latinLnBrk="0" hangingPunct="1">
      <a:buClr>
        <a:schemeClr val="tx1"/>
      </a:buClr>
      <a:buFont typeface="Gill Sans MT Pro Light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440000" indent="-216000" algn="l" defTabSz="914400" rtl="0" eaLnBrk="1" latinLnBrk="0" hangingPunct="1">
      <a:buClr>
        <a:schemeClr val="tx1"/>
      </a:buClr>
      <a:buFont typeface="Gill Sans MT Pro Light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440000" indent="-216000" algn="l" defTabSz="914400" rtl="0" eaLnBrk="1" latinLnBrk="0" hangingPunct="1">
      <a:buClr>
        <a:schemeClr val="tx1"/>
      </a:buClr>
      <a:buFont typeface="Gill Sans MT Pro Light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platzh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4366914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23812" y="1628777"/>
            <a:ext cx="12218988" cy="5229225"/>
          </a:xfrm>
          <a:solidFill>
            <a:schemeClr val="tx2"/>
          </a:solidFill>
        </p:spPr>
        <p:txBody>
          <a:bodyPr lIns="216000" tIns="216000" rIns="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481014" y="2564904"/>
            <a:ext cx="9217024" cy="2088232"/>
          </a:xfrm>
        </p:spPr>
        <p:txBody>
          <a:bodyPr anchor="b"/>
          <a:lstStyle>
            <a:lvl1pPr>
              <a:defRPr sz="34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zweizeilige </a:t>
            </a:r>
            <a:br>
              <a:rPr lang="de-DE"/>
            </a:br>
            <a:r>
              <a:rPr lang="de-DE"/>
              <a:t>Überschrift in Gill Roman 34 Pt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81996" y="4797154"/>
            <a:ext cx="9216566" cy="129567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1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2401">
                <a:solidFill>
                  <a:schemeClr val="bg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2401">
                <a:solidFill>
                  <a:schemeClr val="bg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2401">
                <a:solidFill>
                  <a:schemeClr val="bg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2401">
                <a:solidFill>
                  <a:schemeClr val="bg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2401">
                <a:solidFill>
                  <a:schemeClr val="bg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2401">
                <a:solidFill>
                  <a:schemeClr val="bg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2401">
                <a:solidFill>
                  <a:schemeClr val="bg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2401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/>
              <a:t>Hier steht die </a:t>
            </a:r>
            <a:r>
              <a:rPr lang="de-DE" err="1"/>
              <a:t>Subline</a:t>
            </a:r>
            <a:r>
              <a:rPr lang="de-DE"/>
              <a:t> in Gill Light 24 Pt</a:t>
            </a:r>
            <a:br>
              <a:rPr lang="de-DE"/>
            </a:br>
            <a:r>
              <a:rPr lang="de-DE"/>
              <a:t>Ort, Datum</a:t>
            </a:r>
          </a:p>
          <a:p>
            <a:pPr lvl="1"/>
            <a:r>
              <a:rPr lang="de-DE"/>
              <a:t>2</a:t>
            </a:r>
          </a:p>
          <a:p>
            <a:pPr lvl="2"/>
            <a:r>
              <a:rPr lang="de-DE"/>
              <a:t>3</a:t>
            </a:r>
          </a:p>
          <a:p>
            <a:pPr lvl="3"/>
            <a:r>
              <a:rPr lang="de-DE"/>
              <a:t>4</a:t>
            </a:r>
          </a:p>
          <a:p>
            <a:pPr lvl="4"/>
            <a:r>
              <a:rPr lang="de-DE"/>
              <a:t>5</a:t>
            </a:r>
          </a:p>
          <a:p>
            <a:pPr lvl="5"/>
            <a:r>
              <a:rPr lang="de-DE"/>
              <a:t>6</a:t>
            </a:r>
          </a:p>
          <a:p>
            <a:pPr lvl="6"/>
            <a:r>
              <a:rPr lang="de-DE"/>
              <a:t>7</a:t>
            </a:r>
          </a:p>
          <a:p>
            <a:pPr lvl="7"/>
            <a:r>
              <a:rPr lang="de-DE"/>
              <a:t>8</a:t>
            </a:r>
          </a:p>
          <a:p>
            <a:pPr lvl="8"/>
            <a:r>
              <a:rPr lang="de-DE"/>
              <a:t>9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82211" y="6237312"/>
            <a:ext cx="11235600" cy="7200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pic>
        <p:nvPicPr>
          <p:cNvPr id="8" name="Picture 52" descr="K:\Grow\02_Corporate\01_Logo\Office\Growport_RGB_pos_M_1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75" y="489270"/>
            <a:ext cx="1728001" cy="45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2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8736965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481014" y="2564904"/>
            <a:ext cx="9217024" cy="2088232"/>
          </a:xfrm>
        </p:spPr>
        <p:txBody>
          <a:bodyPr anchor="b"/>
          <a:lstStyle>
            <a:lvl1pPr>
              <a:defRPr sz="34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Hier steht eine zweizeilige </a:t>
            </a:r>
            <a:br>
              <a:rPr lang="de-DE"/>
            </a:br>
            <a:r>
              <a:rPr lang="de-DE"/>
              <a:t>Überschrift in Gill Roman 34 Pt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81996" y="4797154"/>
            <a:ext cx="9216035" cy="129567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240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Hier steht die </a:t>
            </a:r>
            <a:r>
              <a:rPr lang="de-DE" err="1"/>
              <a:t>Subline</a:t>
            </a:r>
            <a:r>
              <a:rPr lang="de-DE"/>
              <a:t> in Gill Light 24 Pt</a:t>
            </a:r>
            <a:br>
              <a:rPr lang="de-DE"/>
            </a:br>
            <a:r>
              <a:rPr lang="de-DE"/>
              <a:t>Ort, Datum</a:t>
            </a:r>
          </a:p>
          <a:p>
            <a:pPr lvl="1"/>
            <a:r>
              <a:rPr lang="de-DE"/>
              <a:t>2</a:t>
            </a:r>
          </a:p>
          <a:p>
            <a:pPr lvl="2"/>
            <a:r>
              <a:rPr lang="de-DE"/>
              <a:t>3</a:t>
            </a:r>
          </a:p>
          <a:p>
            <a:pPr lvl="3"/>
            <a:r>
              <a:rPr lang="de-DE"/>
              <a:t>4</a:t>
            </a:r>
          </a:p>
          <a:p>
            <a:pPr lvl="4"/>
            <a:r>
              <a:rPr lang="de-DE"/>
              <a:t>5</a:t>
            </a:r>
          </a:p>
          <a:p>
            <a:pPr lvl="5"/>
            <a:r>
              <a:rPr lang="de-DE"/>
              <a:t>6</a:t>
            </a:r>
          </a:p>
          <a:p>
            <a:pPr lvl="6"/>
            <a:r>
              <a:rPr lang="de-DE"/>
              <a:t>7</a:t>
            </a:r>
          </a:p>
          <a:p>
            <a:pPr lvl="7"/>
            <a:r>
              <a:rPr lang="de-DE"/>
              <a:t>8</a:t>
            </a:r>
          </a:p>
          <a:p>
            <a:pPr lvl="8"/>
            <a:r>
              <a:rPr lang="de-DE"/>
              <a:t>9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82211" y="6237312"/>
            <a:ext cx="11235600" cy="7200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pic>
        <p:nvPicPr>
          <p:cNvPr id="10" name="Picture 52" descr="K:\Grow\02_Corporate\01_Logo\Office\Growport_RGB_pos_M_1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75" y="489270"/>
            <a:ext cx="1728001" cy="45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68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0056226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/>
          <p:cNvSpPr/>
          <p:nvPr userDrawn="1"/>
        </p:nvSpPr>
        <p:spPr bwMode="gray">
          <a:xfrm>
            <a:off x="0" y="1628776"/>
            <a:ext cx="12195175" cy="5229225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 baseline="0"/>
            </a:lvl1pPr>
          </a:lstStyle>
          <a:p>
            <a:r>
              <a:rPr lang="de-DE"/>
              <a:t>Agenda in Gill Roman in 28 Pt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82B8A1-0CCE-4815-9668-383D7DE7D8B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81014" y="2060576"/>
            <a:ext cx="11233150" cy="4032250"/>
          </a:xfrm>
        </p:spPr>
        <p:txBody>
          <a:bodyPr>
            <a:noAutofit/>
          </a:bodyPr>
          <a:lstStyle>
            <a:lvl1pPr marL="360003" indent="-360003">
              <a:spcBef>
                <a:spcPts val="0"/>
              </a:spcBef>
              <a:buFont typeface="+mj-lt"/>
              <a:buAutoNum type="arabicPeriod"/>
              <a:defRPr sz="2001">
                <a:solidFill>
                  <a:schemeClr val="bg1"/>
                </a:solidFill>
                <a:latin typeface="+mn-lt"/>
              </a:defRPr>
            </a:lvl1pPr>
            <a:lvl2pPr marL="504004" indent="-144001">
              <a:spcBef>
                <a:spcPts val="0"/>
              </a:spcBef>
              <a:buClr>
                <a:schemeClr val="bg1"/>
              </a:buClr>
              <a:buFont typeface="Gill Sans MT Pro Light" pitchFamily="34" charset="0"/>
              <a:buChar char="-"/>
              <a:defRPr sz="2001">
                <a:solidFill>
                  <a:schemeClr val="bg1"/>
                </a:solidFill>
              </a:defRPr>
            </a:lvl2pPr>
            <a:lvl3pPr marL="504004" indent="-144001">
              <a:spcBef>
                <a:spcPts val="0"/>
              </a:spcBef>
              <a:buClr>
                <a:schemeClr val="bg1"/>
              </a:buClr>
              <a:buFont typeface="Gill Sans MT Pro Light" pitchFamily="34" charset="0"/>
              <a:buChar char="-"/>
              <a:defRPr sz="2001">
                <a:solidFill>
                  <a:schemeClr val="bg1"/>
                </a:solidFill>
              </a:defRPr>
            </a:lvl3pPr>
            <a:lvl4pPr marL="504004" indent="-144001">
              <a:spcBef>
                <a:spcPts val="0"/>
              </a:spcBef>
              <a:buClr>
                <a:schemeClr val="bg1"/>
              </a:buClr>
              <a:buFont typeface="Gill Sans MT Pro Light" pitchFamily="34" charset="0"/>
              <a:buChar char="-"/>
              <a:defRPr sz="2001">
                <a:solidFill>
                  <a:schemeClr val="bg1"/>
                </a:solidFill>
              </a:defRPr>
            </a:lvl4pPr>
            <a:lvl5pPr marL="504004" indent="-144001">
              <a:spcBef>
                <a:spcPts val="0"/>
              </a:spcBef>
              <a:buClr>
                <a:schemeClr val="bg1"/>
              </a:buClr>
              <a:buFont typeface="Gill Sans MT Pro Light" pitchFamily="34" charset="0"/>
              <a:buChar char="-"/>
              <a:defRPr sz="2001">
                <a:solidFill>
                  <a:schemeClr val="bg1"/>
                </a:solidFill>
              </a:defRPr>
            </a:lvl5pPr>
            <a:lvl6pPr marL="504004">
              <a:defRPr>
                <a:solidFill>
                  <a:schemeClr val="bg1"/>
                </a:solidFill>
              </a:defRPr>
            </a:lvl6pPr>
            <a:lvl7pPr marL="504004">
              <a:defRPr>
                <a:solidFill>
                  <a:schemeClr val="bg1"/>
                </a:solidFill>
              </a:defRPr>
            </a:lvl7pPr>
            <a:lvl8pPr marL="504004">
              <a:defRPr>
                <a:solidFill>
                  <a:schemeClr val="bg1"/>
                </a:solidFill>
              </a:defRPr>
            </a:lvl8pPr>
            <a:lvl9pPr marL="504004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gray">
          <a:xfrm>
            <a:off x="481013" y="6306939"/>
            <a:ext cx="408954" cy="14401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l"/>
            <a:r>
              <a:rPr lang="de-DE" sz="700">
                <a:solidFill>
                  <a:schemeClr val="bg1"/>
                </a:solidFill>
                <a:latin typeface="+mj-lt"/>
              </a:rPr>
              <a:t>© GROWPORT | </a:t>
            </a:r>
          </a:p>
        </p:txBody>
      </p:sp>
      <p:cxnSp>
        <p:nvCxnSpPr>
          <p:cNvPr id="13" name="Gerade Verbindung 12"/>
          <p:cNvCxnSpPr/>
          <p:nvPr userDrawn="1"/>
        </p:nvCxnSpPr>
        <p:spPr bwMode="gray">
          <a:xfrm>
            <a:off x="11138146" y="6237312"/>
            <a:ext cx="576065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4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8855450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 baseline="0"/>
            </a:lvl1pPr>
          </a:lstStyle>
          <a:p>
            <a:r>
              <a:rPr lang="de-DE"/>
              <a:t>Agenda in Gill Roman in 28 Pt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81014" y="2060850"/>
            <a:ext cx="11233150" cy="4031977"/>
          </a:xfrm>
        </p:spPr>
        <p:txBody>
          <a:bodyPr>
            <a:noAutofit/>
          </a:bodyPr>
          <a:lstStyle>
            <a:lvl1pPr marL="360003" indent="-360003">
              <a:spcBef>
                <a:spcPts val="0"/>
              </a:spcBef>
              <a:buFont typeface="+mj-lt"/>
              <a:buAutoNum type="arabicPeriod"/>
              <a:defRPr sz="2001">
                <a:latin typeface="+mn-lt"/>
              </a:defRPr>
            </a:lvl1pPr>
            <a:lvl2pPr marL="504004" indent="-144001">
              <a:spcBef>
                <a:spcPts val="0"/>
              </a:spcBef>
              <a:buClr>
                <a:schemeClr val="tx1"/>
              </a:buClr>
              <a:buFont typeface="Gill Sans MT Pro Light" pitchFamily="34" charset="0"/>
              <a:buChar char="-"/>
              <a:defRPr sz="2001"/>
            </a:lvl2pPr>
            <a:lvl3pPr marL="504004" indent="-144001">
              <a:spcBef>
                <a:spcPts val="0"/>
              </a:spcBef>
              <a:buClr>
                <a:schemeClr val="tx1"/>
              </a:buClr>
              <a:buFont typeface="Gill Sans MT Pro Light" pitchFamily="34" charset="0"/>
              <a:buChar char="-"/>
              <a:defRPr sz="2001"/>
            </a:lvl3pPr>
            <a:lvl4pPr marL="504004" indent="-144001">
              <a:spcBef>
                <a:spcPts val="0"/>
              </a:spcBef>
              <a:buClr>
                <a:schemeClr val="tx1"/>
              </a:buClr>
              <a:buFont typeface="Gill Sans MT Pro Light" pitchFamily="34" charset="0"/>
              <a:buChar char="-"/>
              <a:defRPr sz="2001"/>
            </a:lvl4pPr>
            <a:lvl5pPr marL="504004" indent="-144001">
              <a:spcBef>
                <a:spcPts val="0"/>
              </a:spcBef>
              <a:buClr>
                <a:schemeClr val="tx1"/>
              </a:buClr>
              <a:buFont typeface="Gill Sans MT Pro Light" pitchFamily="34" charset="0"/>
              <a:buChar char="-"/>
              <a:defRPr sz="2001"/>
            </a:lvl5pPr>
            <a:lvl6pPr marL="504004">
              <a:defRPr/>
            </a:lvl6pPr>
            <a:lvl7pPr marL="504004">
              <a:defRPr/>
            </a:lvl7pPr>
            <a:lvl8pPr marL="504004">
              <a:defRPr/>
            </a:lvl8pPr>
            <a:lvl9pPr marL="504004">
              <a:defRPr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3763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0608787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23812" y="1"/>
            <a:ext cx="12218988" cy="6858000"/>
          </a:xfrm>
          <a:solidFill>
            <a:schemeClr val="tx2"/>
          </a:solidFill>
        </p:spPr>
        <p:txBody>
          <a:bodyPr lIns="216000" tIns="216000" rIns="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481014" y="3717032"/>
            <a:ext cx="9217024" cy="1728192"/>
          </a:xfrm>
        </p:spPr>
        <p:txBody>
          <a:bodyPr anchor="b"/>
          <a:lstStyle>
            <a:lvl1pPr>
              <a:defRPr sz="34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Kapiteltrenner in Gill Roman 34 Pt</a:t>
            </a:r>
            <a:br>
              <a:rPr lang="de-DE"/>
            </a:br>
            <a:r>
              <a:rPr lang="de-DE"/>
              <a:t>und maximal zwei Zeilen</a:t>
            </a:r>
          </a:p>
        </p:txBody>
      </p:sp>
      <p:sp>
        <p:nvSpPr>
          <p:cNvPr id="6" name="Textplatzhalter 4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82211" y="6237312"/>
            <a:ext cx="11235600" cy="7200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159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nhalt mit Margina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81014" y="404664"/>
            <a:ext cx="9217025" cy="720874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481014" y="2060576"/>
            <a:ext cx="9217025" cy="403225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Inhaltsplatzhalter 2"/>
          <p:cNvSpPr>
            <a:spLocks noGrp="1"/>
          </p:cNvSpPr>
          <p:nvPr>
            <p:ph idx="13"/>
          </p:nvPr>
        </p:nvSpPr>
        <p:spPr bwMode="gray">
          <a:xfrm>
            <a:off x="9985425" y="1628800"/>
            <a:ext cx="1728787" cy="446402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 marL="216002">
              <a:defRPr sz="1400"/>
            </a:lvl3pPr>
            <a:lvl4pPr marL="432004">
              <a:defRPr sz="1400"/>
            </a:lvl4pPr>
            <a:lvl5pPr marL="648005">
              <a:defRPr sz="1400"/>
            </a:lvl5pPr>
            <a:lvl6pPr marL="864007">
              <a:defRPr sz="1400"/>
            </a:lvl6pPr>
            <a:lvl7pPr marL="1080009">
              <a:defRPr sz="1400"/>
            </a:lvl7pPr>
            <a:lvl8pPr marL="1080009">
              <a:defRPr sz="1400"/>
            </a:lvl8pPr>
            <a:lvl9pPr marL="1080009"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4"/>
          </p:nvPr>
        </p:nvSpPr>
        <p:spPr bwMode="gray">
          <a:xfrm>
            <a:off x="480962" y="1628800"/>
            <a:ext cx="9215426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der Präsentation | 25.08.2016</a:t>
            </a:r>
          </a:p>
        </p:txBody>
      </p:sp>
    </p:spTree>
    <p:extLst>
      <p:ext uri="{BB962C8B-B14F-4D97-AF65-F5344CB8AC3E}">
        <p14:creationId xmlns:p14="http://schemas.microsoft.com/office/powerpoint/2010/main" val="354017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481012" y="2060575"/>
            <a:ext cx="5472001" cy="4032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2"/>
          <p:cNvSpPr>
            <a:spLocks noGrp="1"/>
          </p:cNvSpPr>
          <p:nvPr>
            <p:ph idx="13"/>
          </p:nvPr>
        </p:nvSpPr>
        <p:spPr bwMode="gray">
          <a:xfrm>
            <a:off x="6242202" y="2060575"/>
            <a:ext cx="5471961" cy="4032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4"/>
          </p:nvPr>
        </p:nvSpPr>
        <p:spPr bwMode="gray">
          <a:xfrm>
            <a:off x="480963" y="1628800"/>
            <a:ext cx="5472162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5"/>
          </p:nvPr>
        </p:nvSpPr>
        <p:spPr bwMode="gray">
          <a:xfrm>
            <a:off x="6242051" y="1628800"/>
            <a:ext cx="5472643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478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481013" y="2060575"/>
            <a:ext cx="3529013" cy="4032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Inhaltsplatzhalter 2"/>
          <p:cNvSpPr>
            <a:spLocks noGrp="1"/>
          </p:cNvSpPr>
          <p:nvPr>
            <p:ph idx="13"/>
          </p:nvPr>
        </p:nvSpPr>
        <p:spPr bwMode="gray">
          <a:xfrm>
            <a:off x="4297387" y="2060575"/>
            <a:ext cx="3600425" cy="4032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/>
          </p:nvPr>
        </p:nvSpPr>
        <p:spPr bwMode="gray">
          <a:xfrm>
            <a:off x="8185199" y="2060575"/>
            <a:ext cx="3529013" cy="4032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5"/>
          </p:nvPr>
        </p:nvSpPr>
        <p:spPr bwMode="gray">
          <a:xfrm>
            <a:off x="480965" y="1628800"/>
            <a:ext cx="3529061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6"/>
          </p:nvPr>
        </p:nvSpPr>
        <p:spPr bwMode="gray">
          <a:xfrm>
            <a:off x="4297363" y="1628800"/>
            <a:ext cx="3600449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idx="17"/>
          </p:nvPr>
        </p:nvSpPr>
        <p:spPr bwMode="gray">
          <a:xfrm>
            <a:off x="8185103" y="1628800"/>
            <a:ext cx="3529061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00658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Margina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 bwMode="gray">
          <a:xfrm>
            <a:off x="481014" y="2060574"/>
            <a:ext cx="9217025" cy="4032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 bwMode="gray">
          <a:xfrm>
            <a:off x="480962" y="1628800"/>
            <a:ext cx="9215426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idx="13"/>
          </p:nvPr>
        </p:nvSpPr>
        <p:spPr bwMode="gray">
          <a:xfrm>
            <a:off x="9985425" y="2060576"/>
            <a:ext cx="1728787" cy="40322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 marL="216002">
              <a:defRPr sz="1400"/>
            </a:lvl3pPr>
            <a:lvl4pPr marL="432004">
              <a:defRPr sz="1400"/>
            </a:lvl4pPr>
            <a:lvl5pPr marL="648005">
              <a:defRPr sz="1400"/>
            </a:lvl5pPr>
            <a:lvl6pPr marL="864007">
              <a:defRPr sz="1400"/>
            </a:lvl6pPr>
            <a:lvl7pPr marL="1080009">
              <a:defRPr sz="1400"/>
            </a:lvl7pPr>
            <a:lvl8pPr marL="1080009">
              <a:defRPr sz="1400"/>
            </a:lvl8pPr>
            <a:lvl9pPr marL="1080009"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757748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481012" y="2060576"/>
            <a:ext cx="5472001" cy="403225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4"/>
          </p:nvPr>
        </p:nvSpPr>
        <p:spPr bwMode="gray">
          <a:xfrm>
            <a:off x="6241605" y="1628776"/>
            <a:ext cx="5472559" cy="44640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5"/>
          </p:nvPr>
        </p:nvSpPr>
        <p:spPr bwMode="gray">
          <a:xfrm>
            <a:off x="480963" y="1628800"/>
            <a:ext cx="5472162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411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4"/>
          </p:nvPr>
        </p:nvSpPr>
        <p:spPr bwMode="gray">
          <a:xfrm>
            <a:off x="6241605" y="2060577"/>
            <a:ext cx="5472559" cy="3384649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5"/>
          </p:nvPr>
        </p:nvSpPr>
        <p:spPr bwMode="gray">
          <a:xfrm>
            <a:off x="481013" y="2060577"/>
            <a:ext cx="5472113" cy="3384649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 bwMode="gray">
          <a:xfrm>
            <a:off x="480963" y="1628800"/>
            <a:ext cx="11233201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481014" y="5589240"/>
            <a:ext cx="11233150" cy="50358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67517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5"/>
          </p:nvPr>
        </p:nvSpPr>
        <p:spPr bwMode="gray">
          <a:xfrm>
            <a:off x="481014" y="2060575"/>
            <a:ext cx="11233150" cy="4032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 bwMode="gray">
          <a:xfrm>
            <a:off x="480963" y="1628800"/>
            <a:ext cx="11233201" cy="288032"/>
          </a:xfrm>
        </p:spPr>
        <p:txBody>
          <a:bodyPr>
            <a:noAutofit/>
          </a:bodyPr>
          <a:lstStyle>
            <a:lvl1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2001"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3pPr>
            <a:lvl4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4pPr>
            <a:lvl5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5pPr>
            <a:lvl6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6pPr>
            <a:lvl7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7pPr>
            <a:lvl8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8pPr>
            <a:lvl9pPr marL="0" indent="0">
              <a:spcBef>
                <a:spcPts val="0"/>
              </a:spcBef>
              <a:buFontTx/>
              <a:buNone/>
              <a:defRPr sz="2001">
                <a:latin typeface="+mj-lt"/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7006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6014147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6183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0166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0641323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Kontakt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 | 25.08.2016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CE82B8A1-0CCE-4815-9668-383D7DE7D8B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 bwMode="gray"/>
        <p:txBody>
          <a:bodyPr/>
          <a:lstStyle>
            <a:lvl1pPr marL="0">
              <a:buFontTx/>
              <a:buNone/>
              <a:tabLst>
                <a:tab pos="450853" algn="l"/>
              </a:tabLst>
              <a:defRPr/>
            </a:lvl1pPr>
            <a:lvl2pPr marL="0">
              <a:buFontTx/>
              <a:buNone/>
              <a:tabLst>
                <a:tab pos="450853" algn="l"/>
              </a:tabLst>
              <a:defRPr/>
            </a:lvl2pPr>
            <a:lvl3pPr marL="0" indent="0">
              <a:buFontTx/>
              <a:buNone/>
              <a:tabLst>
                <a:tab pos="450853" algn="l"/>
              </a:tabLst>
              <a:defRPr/>
            </a:lvl3pPr>
            <a:lvl4pPr marL="0" indent="0">
              <a:buFontTx/>
              <a:buNone/>
              <a:tabLst>
                <a:tab pos="450853" algn="l"/>
              </a:tabLst>
              <a:defRPr/>
            </a:lvl4pPr>
            <a:lvl5pPr marL="0" indent="0">
              <a:buFontTx/>
              <a:buNone/>
              <a:tabLst>
                <a:tab pos="450853" algn="l"/>
              </a:tabLst>
              <a:defRPr/>
            </a:lvl5pPr>
            <a:lvl6pPr marL="0" indent="0">
              <a:buFontTx/>
              <a:buNone/>
              <a:tabLst>
                <a:tab pos="450853" algn="l"/>
              </a:tabLst>
              <a:defRPr/>
            </a:lvl6pPr>
            <a:lvl7pPr marL="0" indent="0">
              <a:buFontTx/>
              <a:buNone/>
              <a:tabLst>
                <a:tab pos="450853" algn="l"/>
              </a:tabLst>
              <a:defRPr/>
            </a:lvl7pPr>
            <a:lvl8pPr marL="0" indent="0">
              <a:buFontTx/>
              <a:buNone/>
              <a:tabLst>
                <a:tab pos="450853" algn="l"/>
              </a:tabLst>
              <a:defRPr/>
            </a:lvl8pPr>
            <a:lvl9pPr marL="0" indent="0">
              <a:buFontTx/>
              <a:buNone/>
              <a:tabLst>
                <a:tab pos="450853" algn="l"/>
              </a:tabLst>
              <a:defRPr/>
            </a:lvl9pPr>
          </a:lstStyle>
          <a:p>
            <a:pPr lvl="0"/>
            <a:r>
              <a:rPr lang="de-DE"/>
              <a:t>Ihr Kontakt</a:t>
            </a:r>
          </a:p>
          <a:p>
            <a:pPr lvl="1"/>
            <a:r>
              <a:rPr lang="de-DE"/>
              <a:t>2</a:t>
            </a:r>
          </a:p>
          <a:p>
            <a:pPr lvl="2"/>
            <a:r>
              <a:rPr lang="de-DE"/>
              <a:t>3</a:t>
            </a:r>
          </a:p>
          <a:p>
            <a:pPr lvl="3"/>
            <a:r>
              <a:rPr lang="de-DE"/>
              <a:t>4</a:t>
            </a:r>
          </a:p>
          <a:p>
            <a:pPr lvl="4"/>
            <a:r>
              <a:rPr lang="de-DE"/>
              <a:t>5</a:t>
            </a:r>
          </a:p>
          <a:p>
            <a:pPr lvl="5"/>
            <a:r>
              <a:rPr lang="de-DE"/>
              <a:t>6</a:t>
            </a:r>
          </a:p>
          <a:p>
            <a:pPr lvl="6"/>
            <a:r>
              <a:rPr lang="de-DE"/>
              <a:t>7</a:t>
            </a:r>
          </a:p>
          <a:p>
            <a:pPr lvl="7"/>
            <a:r>
              <a:rPr lang="de-DE"/>
              <a:t>8</a:t>
            </a:r>
          </a:p>
          <a:p>
            <a:pPr lvl="8"/>
            <a:r>
              <a:rPr lang="de-DE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386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456771477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8" imgW="306" imgH="306" progId="TCLayout.ActiveDocument.1">
                  <p:embed/>
                </p:oleObj>
              </mc:Choice>
              <mc:Fallback>
                <p:oleObj name="think-cell Folie" r:id="rId18" imgW="306" imgH="306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481014" y="404664"/>
            <a:ext cx="9217025" cy="7208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81014" y="1628777"/>
            <a:ext cx="9217025" cy="44645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6</a:t>
            </a:r>
          </a:p>
          <a:p>
            <a:pPr lvl="6"/>
            <a:r>
              <a:rPr lang="de-DE"/>
              <a:t>7</a:t>
            </a:r>
          </a:p>
          <a:p>
            <a:pPr lvl="7"/>
            <a:r>
              <a:rPr lang="de-DE"/>
              <a:t>8</a:t>
            </a:r>
          </a:p>
          <a:p>
            <a:pPr lvl="8"/>
            <a:r>
              <a:rPr lang="de-DE"/>
              <a:t>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1199567" y="6308727"/>
            <a:ext cx="8498421" cy="14461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Titel der Präsentation | 25.08.2016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138146" y="6309320"/>
            <a:ext cx="576065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2B8A1-0CCE-4815-9668-383D7DE7D8B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Rechteck 7"/>
          <p:cNvSpPr/>
          <p:nvPr/>
        </p:nvSpPr>
        <p:spPr bwMode="gray">
          <a:xfrm>
            <a:off x="481013" y="6306939"/>
            <a:ext cx="408954" cy="14401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l"/>
            <a:r>
              <a:rPr lang="de-DE" sz="700">
                <a:solidFill>
                  <a:schemeClr val="tx1"/>
                </a:solidFill>
                <a:latin typeface="+mj-lt"/>
              </a:rPr>
              <a:t>© GROWPORT | </a:t>
            </a:r>
          </a:p>
        </p:txBody>
      </p:sp>
      <p:cxnSp>
        <p:nvCxnSpPr>
          <p:cNvPr id="12" name="Gerade Verbindung 11"/>
          <p:cNvCxnSpPr/>
          <p:nvPr/>
        </p:nvCxnSpPr>
        <p:spPr bwMode="gray">
          <a:xfrm>
            <a:off x="11138146" y="6237312"/>
            <a:ext cx="576065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pieren 14"/>
          <p:cNvGrpSpPr/>
          <p:nvPr/>
        </p:nvGrpSpPr>
        <p:grpSpPr bwMode="gray">
          <a:xfrm>
            <a:off x="-239117" y="-315400"/>
            <a:ext cx="11953328" cy="6408696"/>
            <a:chOff x="-239117" y="-315400"/>
            <a:chExt cx="11953328" cy="6408696"/>
          </a:xfrm>
        </p:grpSpPr>
        <p:cxnSp>
          <p:nvCxnSpPr>
            <p:cNvPr id="14" name="Gerade Verbindung 13"/>
            <p:cNvCxnSpPr/>
            <p:nvPr userDrawn="1"/>
          </p:nvCxnSpPr>
          <p:spPr bwMode="gray">
            <a:xfrm>
              <a:off x="480963" y="-31540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5"/>
            <p:cNvCxnSpPr/>
            <p:nvPr userDrawn="1"/>
          </p:nvCxnSpPr>
          <p:spPr bwMode="gray">
            <a:xfrm>
              <a:off x="4009355" y="-315400"/>
              <a:ext cx="0" cy="144000"/>
            </a:xfrm>
            <a:prstGeom prst="line">
              <a:avLst/>
            </a:prstGeom>
            <a:ln w="63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6"/>
            <p:cNvCxnSpPr/>
            <p:nvPr userDrawn="1"/>
          </p:nvCxnSpPr>
          <p:spPr bwMode="gray">
            <a:xfrm>
              <a:off x="4297387" y="-315400"/>
              <a:ext cx="0" cy="144000"/>
            </a:xfrm>
            <a:prstGeom prst="line">
              <a:avLst/>
            </a:prstGeom>
            <a:ln w="63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/>
            <p:cNvCxnSpPr/>
            <p:nvPr userDrawn="1"/>
          </p:nvCxnSpPr>
          <p:spPr bwMode="gray">
            <a:xfrm>
              <a:off x="5953571" y="-31540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8"/>
            <p:cNvCxnSpPr/>
            <p:nvPr userDrawn="1"/>
          </p:nvCxnSpPr>
          <p:spPr bwMode="gray">
            <a:xfrm>
              <a:off x="6241603" y="-31540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9"/>
            <p:cNvCxnSpPr/>
            <p:nvPr userDrawn="1"/>
          </p:nvCxnSpPr>
          <p:spPr bwMode="gray">
            <a:xfrm>
              <a:off x="7897787" y="-315400"/>
              <a:ext cx="0" cy="144000"/>
            </a:xfrm>
            <a:prstGeom prst="line">
              <a:avLst/>
            </a:prstGeom>
            <a:ln w="63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/>
            <p:cNvCxnSpPr/>
            <p:nvPr userDrawn="1"/>
          </p:nvCxnSpPr>
          <p:spPr bwMode="gray">
            <a:xfrm>
              <a:off x="8185819" y="-315400"/>
              <a:ext cx="0" cy="144000"/>
            </a:xfrm>
            <a:prstGeom prst="line">
              <a:avLst/>
            </a:prstGeom>
            <a:ln w="63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21"/>
            <p:cNvCxnSpPr/>
            <p:nvPr userDrawn="1"/>
          </p:nvCxnSpPr>
          <p:spPr bwMode="gray">
            <a:xfrm>
              <a:off x="11714211" y="-31540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22"/>
            <p:cNvCxnSpPr/>
            <p:nvPr userDrawn="1"/>
          </p:nvCxnSpPr>
          <p:spPr bwMode="gray">
            <a:xfrm>
              <a:off x="9697987" y="-31540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23"/>
            <p:cNvCxnSpPr/>
            <p:nvPr userDrawn="1"/>
          </p:nvCxnSpPr>
          <p:spPr bwMode="gray">
            <a:xfrm>
              <a:off x="9986019" y="-31540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24"/>
            <p:cNvCxnSpPr/>
            <p:nvPr userDrawn="1"/>
          </p:nvCxnSpPr>
          <p:spPr bwMode="gray">
            <a:xfrm>
              <a:off x="-239117" y="1628800"/>
              <a:ext cx="144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25"/>
            <p:cNvCxnSpPr/>
            <p:nvPr userDrawn="1"/>
          </p:nvCxnSpPr>
          <p:spPr bwMode="gray">
            <a:xfrm>
              <a:off x="-239117" y="6093296"/>
              <a:ext cx="144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27"/>
            <p:cNvCxnSpPr/>
            <p:nvPr userDrawn="1"/>
          </p:nvCxnSpPr>
          <p:spPr bwMode="gray">
            <a:xfrm>
              <a:off x="-239117" y="2060575"/>
              <a:ext cx="144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76" name="Picture 52" descr="K:\Grow\02_Corporate\01_Logo\Office\Growport_RGB_pos_M_1.pn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75" y="489270"/>
            <a:ext cx="1728001" cy="45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89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7" r:id="rId3"/>
    <p:sldLayoutId id="2147483666" r:id="rId4"/>
    <p:sldLayoutId id="2147483669" r:id="rId5"/>
    <p:sldLayoutId id="214748365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8" r:id="rId12"/>
    <p:sldLayoutId id="2147483654" r:id="rId13"/>
    <p:sldLayoutId id="2147483655" r:id="rId14"/>
    <p:sldLayoutId id="2147483670" r:id="rId15"/>
  </p:sldLayoutIdLst>
  <p:hf hdr="0" dt="0"/>
  <p:txStyles>
    <p:titleStyle>
      <a:lvl1pPr algn="l" defTabSz="914407" rtl="0" eaLnBrk="1" latinLnBrk="0" hangingPunct="1">
        <a:lnSpc>
          <a:spcPct val="90000"/>
        </a:lnSpc>
        <a:spcBef>
          <a:spcPct val="0"/>
        </a:spcBef>
        <a:buNone/>
        <a:defRPr sz="2799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 rtl="0" eaLnBrk="1" latinLnBrk="0" hangingPunct="1">
        <a:spcBef>
          <a:spcPts val="1200"/>
        </a:spcBef>
        <a:buFont typeface="Arial" panose="020B0604020202020204" pitchFamily="34" charset="0"/>
        <a:buNone/>
        <a:defRPr sz="200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7" rtl="0" eaLnBrk="1" latinLnBrk="0" hangingPunct="1">
        <a:spcBef>
          <a:spcPts val="0"/>
        </a:spcBef>
        <a:buFont typeface="Gill Sans MT Pro Light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6005" indent="-144001" algn="l" defTabSz="914407" rtl="0" eaLnBrk="1" latinLnBrk="0" hangingPunct="1">
        <a:spcBef>
          <a:spcPts val="0"/>
        </a:spcBef>
        <a:buClr>
          <a:schemeClr val="tx2"/>
        </a:buClr>
        <a:buFont typeface="Gill Sans MT Pro Light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8" indent="-144001" algn="l" defTabSz="914407" rtl="0" eaLnBrk="1" latinLnBrk="0" hangingPunct="1">
        <a:spcBef>
          <a:spcPts val="0"/>
        </a:spcBef>
        <a:buFont typeface="Gill Sans MT Pro Light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12" indent="-144001" algn="l" defTabSz="914407" rtl="0" eaLnBrk="1" latinLnBrk="0" hangingPunct="1">
        <a:spcBef>
          <a:spcPts val="0"/>
        </a:spcBef>
        <a:buFont typeface="Gill Sans MT Pro Light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72016" indent="-144001" algn="l" defTabSz="914407" rtl="0" eaLnBrk="1" latinLnBrk="0" hangingPunct="1">
        <a:spcBef>
          <a:spcPts val="0"/>
        </a:spcBef>
        <a:buFont typeface="Gill Sans MT Pro Light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304019" indent="-144001" algn="l" defTabSz="914407" rtl="0" eaLnBrk="1" latinLnBrk="0" hangingPunct="1">
        <a:spcBef>
          <a:spcPts val="0"/>
        </a:spcBef>
        <a:buFont typeface="Gill Sans MT Pro Light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304019" indent="-144001" algn="l" defTabSz="914407" rtl="0" eaLnBrk="1" latinLnBrk="0" hangingPunct="1">
        <a:spcBef>
          <a:spcPts val="0"/>
        </a:spcBef>
        <a:buFont typeface="Gill Sans MT Pro Light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04019" indent="-144001" algn="l" defTabSz="914407" rtl="0" eaLnBrk="1" latinLnBrk="0" hangingPunct="1">
        <a:spcBef>
          <a:spcPts val="0"/>
        </a:spcBef>
        <a:buFont typeface="Gill Sans MT Pro Light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4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2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5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9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2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3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708" y="1421409"/>
            <a:ext cx="7802332" cy="4660687"/>
          </a:xfrm>
          <a:prstGeom prst="rect">
            <a:avLst/>
          </a:prstGeom>
        </p:spPr>
      </p:pic>
      <p:sp>
        <p:nvSpPr>
          <p:cNvPr id="22" name="Titel 1"/>
          <p:cNvSpPr>
            <a:spLocks noGrp="1"/>
          </p:cNvSpPr>
          <p:nvPr>
            <p:ph type="title"/>
          </p:nvPr>
        </p:nvSpPr>
        <p:spPr>
          <a:xfrm>
            <a:off x="481015" y="404664"/>
            <a:ext cx="9217025" cy="720874"/>
          </a:xfrm>
        </p:spPr>
        <p:txBody>
          <a:bodyPr/>
          <a:lstStyle/>
          <a:p>
            <a:r>
              <a:rPr lang="de-DE"/>
              <a:t>Das Handlungssteuerungsmodell</a:t>
            </a:r>
          </a:p>
        </p:txBody>
      </p:sp>
      <p:sp>
        <p:nvSpPr>
          <p:cNvPr id="23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481453" y="746526"/>
            <a:ext cx="11233150" cy="378218"/>
          </a:xfrm>
        </p:spPr>
        <p:txBody>
          <a:bodyPr/>
          <a:lstStyle/>
          <a:p>
            <a:pPr marL="0" indent="0">
              <a:buNone/>
            </a:pPr>
            <a:r>
              <a:rPr lang="de-DE">
                <a:solidFill>
                  <a:schemeClr val="accent6">
                    <a:lumMod val="85000"/>
                    <a:lumOff val="15000"/>
                  </a:schemeClr>
                </a:solidFill>
              </a:rPr>
              <a:t>nach Prof. Julius Kuhl</a:t>
            </a:r>
          </a:p>
        </p:txBody>
      </p:sp>
    </p:spTree>
    <p:extLst>
      <p:ext uri="{BB962C8B-B14F-4D97-AF65-F5344CB8AC3E}">
        <p14:creationId xmlns:p14="http://schemas.microsoft.com/office/powerpoint/2010/main" val="200282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F1E48-F6AA-6990-57D1-FBDD73D2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>
            <a:extLst>
              <a:ext uri="{FF2B5EF4-FFF2-40B4-BE49-F238E27FC236}">
                <a16:creationId xmlns:a16="http://schemas.microsoft.com/office/drawing/2014/main" id="{D50B4565-B9EE-83CE-2786-575F3AFE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5" y="404664"/>
            <a:ext cx="9217025" cy="720874"/>
          </a:xfrm>
        </p:spPr>
        <p:txBody>
          <a:bodyPr/>
          <a:lstStyle/>
          <a:p>
            <a:r>
              <a:rPr lang="de-DE"/>
              <a:t>Das Handlungssteuerungsmodell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55C79AA1-6A83-465A-77B2-6B3AA824E1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1453" y="746526"/>
            <a:ext cx="11233150" cy="378218"/>
          </a:xfrm>
        </p:spPr>
        <p:txBody>
          <a:bodyPr/>
          <a:lstStyle/>
          <a:p>
            <a:pPr marL="0" indent="0">
              <a:buNone/>
            </a:pPr>
            <a:r>
              <a:rPr lang="de-DE">
                <a:solidFill>
                  <a:schemeClr val="accent6">
                    <a:lumMod val="85000"/>
                    <a:lumOff val="15000"/>
                  </a:schemeClr>
                </a:solidFill>
              </a:rPr>
              <a:t>nach Prof. Julius Kuhl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4CF4166-C95E-30B6-0364-7C61D76D6455}"/>
              </a:ext>
            </a:extLst>
          </p:cNvPr>
          <p:cNvSpPr txBox="1"/>
          <p:nvPr/>
        </p:nvSpPr>
        <p:spPr bwMode="gray">
          <a:xfrm>
            <a:off x="481015" y="1636288"/>
            <a:ext cx="5374549" cy="9143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1"/>
              </a:buClr>
            </a:pPr>
            <a:r>
              <a:rPr lang="de-DE" sz="1600" dirty="0">
                <a:latin typeface="+mj-lt"/>
              </a:rPr>
              <a:t>Logiker (Erweiterter Arbeitsgedächtnismodus)</a:t>
            </a:r>
          </a:p>
          <a:p>
            <a:pPr>
              <a:buClr>
                <a:schemeClr val="tx1"/>
              </a:buClr>
            </a:pPr>
            <a:r>
              <a:rPr lang="de-DE" sz="1600" dirty="0">
                <a:solidFill>
                  <a:schemeClr val="tx2"/>
                </a:solidFill>
              </a:rPr>
              <a:t>Präfrontaler Cortex</a:t>
            </a:r>
          </a:p>
          <a:p>
            <a:pPr>
              <a:buClr>
                <a:schemeClr val="tx1"/>
              </a:buClr>
            </a:pPr>
            <a:r>
              <a:rPr lang="de-DE" sz="1600" dirty="0"/>
              <a:t>Logisches Denken, Lernen &amp; Erinnern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Verknüpft neue Informationen mit Erfahrungen 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Unterstützt rationale Entscheidungen basierend auf Wissen 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Aktiv, wenn wir uns konzentrieren &amp; Wissen anwenden</a:t>
            </a:r>
          </a:p>
          <a:p>
            <a:pPr>
              <a:buClr>
                <a:schemeClr val="tx1"/>
              </a:buClr>
            </a:pPr>
            <a:endParaRPr lang="de-DE" sz="16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9297720-91D8-8F15-0DFC-0D772A55F8C2}"/>
              </a:ext>
            </a:extLst>
          </p:cNvPr>
          <p:cNvSpPr txBox="1"/>
          <p:nvPr/>
        </p:nvSpPr>
        <p:spPr bwMode="gray">
          <a:xfrm>
            <a:off x="6323893" y="1636288"/>
            <a:ext cx="4916539" cy="9143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1"/>
              </a:buClr>
            </a:pPr>
            <a:r>
              <a:rPr lang="de-DE" sz="1600" dirty="0">
                <a:latin typeface="+mj-lt"/>
              </a:rPr>
              <a:t>Geschäftsführer (Intentionsgedächtnis)</a:t>
            </a:r>
          </a:p>
          <a:p>
            <a:pPr>
              <a:buClr>
                <a:schemeClr val="tx1"/>
              </a:buClr>
            </a:pPr>
            <a:r>
              <a:rPr lang="de-DE" sz="1600" dirty="0">
                <a:solidFill>
                  <a:schemeClr val="tx2"/>
                </a:solidFill>
              </a:rPr>
              <a:t>Hippocampus</a:t>
            </a:r>
          </a:p>
          <a:p>
            <a:pPr>
              <a:buClr>
                <a:schemeClr val="tx1"/>
              </a:buClr>
            </a:pPr>
            <a:r>
              <a:rPr lang="de-DE" sz="1600" dirty="0"/>
              <a:t>Langfristige Planung &amp; Selbstkontrolle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Setzt bewusst Ziele und hält an Plänen fest 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Kann impulsive Reaktionen der Amygdala hemmen 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Aktiv, wenn wir reflektieren, Lösungen suchen oder Selbstdisziplin zeigen</a:t>
            </a:r>
          </a:p>
          <a:p>
            <a:pPr>
              <a:buClr>
                <a:schemeClr val="tx1"/>
              </a:buClr>
            </a:pPr>
            <a:endParaRPr lang="de-DE" sz="1600" dirty="0"/>
          </a:p>
          <a:p>
            <a:pPr>
              <a:buClr>
                <a:schemeClr val="tx1"/>
              </a:buClr>
            </a:pPr>
            <a:endParaRPr lang="de-DE" sz="16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A3392B7-AF9D-67FD-56ED-8CB1C0DC77BC}"/>
              </a:ext>
            </a:extLst>
          </p:cNvPr>
          <p:cNvSpPr txBox="1"/>
          <p:nvPr/>
        </p:nvSpPr>
        <p:spPr bwMode="gray">
          <a:xfrm>
            <a:off x="6323891" y="3777009"/>
            <a:ext cx="4916539" cy="9143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1"/>
              </a:buClr>
            </a:pPr>
            <a:r>
              <a:rPr lang="de-DE" sz="1600" dirty="0">
                <a:latin typeface="+mj-lt"/>
              </a:rPr>
              <a:t>Spontaner Macher (Extensionsgedächtnis, Intuitionsmodus)</a:t>
            </a:r>
          </a:p>
          <a:p>
            <a:pPr>
              <a:buClr>
                <a:schemeClr val="tx1"/>
              </a:buClr>
            </a:pPr>
            <a:r>
              <a:rPr lang="de-DE" sz="1600" dirty="0">
                <a:solidFill>
                  <a:schemeClr val="tx2"/>
                </a:solidFill>
              </a:rPr>
              <a:t>Amygdala &amp; Dopamin-System</a:t>
            </a:r>
          </a:p>
          <a:p>
            <a:pPr>
              <a:buClr>
                <a:schemeClr val="tx1"/>
              </a:buClr>
            </a:pPr>
            <a:r>
              <a:rPr lang="de-DE" sz="1600" dirty="0"/>
              <a:t>Emotionale &amp; intuitive Steuerung von Handlungen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Die Amygdala löst schnelle, emotionale Reaktionen aus (z. B. Stress, Angst, Freude) 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Das Dopamin-System sorgt für Motivation &amp; Energie 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Aktiv, wenn wir spontan handeln, uns begeistern oder kreativ sind</a:t>
            </a:r>
          </a:p>
          <a:p>
            <a:pPr>
              <a:buClr>
                <a:schemeClr val="tx1"/>
              </a:buClr>
            </a:pPr>
            <a:endParaRPr lang="de-DE" sz="1600" dirty="0"/>
          </a:p>
          <a:p>
            <a:pPr>
              <a:buClr>
                <a:schemeClr val="tx1"/>
              </a:buClr>
            </a:pPr>
            <a:endParaRPr lang="de-DE" sz="1600" dirty="0"/>
          </a:p>
          <a:p>
            <a:pPr>
              <a:buClr>
                <a:schemeClr val="tx1"/>
              </a:buClr>
            </a:pPr>
            <a:endParaRPr lang="de-DE" sz="16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F4DB7B8-FB03-2251-B327-FAD29EBE535B}"/>
              </a:ext>
            </a:extLst>
          </p:cNvPr>
          <p:cNvSpPr txBox="1"/>
          <p:nvPr/>
        </p:nvSpPr>
        <p:spPr bwMode="gray">
          <a:xfrm>
            <a:off x="481015" y="3777008"/>
            <a:ext cx="5374549" cy="9143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1"/>
              </a:buClr>
            </a:pPr>
            <a:r>
              <a:rPr lang="de-DE" sz="1600" dirty="0">
                <a:latin typeface="+mj-lt"/>
              </a:rPr>
              <a:t>Controller (Objekterkennungssystem, Kontrollmodus)</a:t>
            </a:r>
          </a:p>
          <a:p>
            <a:pPr>
              <a:buClr>
                <a:schemeClr val="tx1"/>
              </a:buClr>
            </a:pPr>
            <a:r>
              <a:rPr lang="de-DE" sz="1600" dirty="0">
                <a:solidFill>
                  <a:schemeClr val="tx2"/>
                </a:solidFill>
              </a:rPr>
              <a:t>Basalganglien</a:t>
            </a:r>
          </a:p>
          <a:p>
            <a:pPr>
              <a:buClr>
                <a:schemeClr val="tx1"/>
              </a:buClr>
            </a:pPr>
            <a:r>
              <a:rPr lang="de-DE" sz="1600" dirty="0"/>
              <a:t>Automatisierung &amp; Gewohnheitsbildung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Verantwortlich für Routinen und schnelle Handlungen 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Hilft, wiederholte Verhaltensmuster zu stabilisieren </a:t>
            </a:r>
          </a:p>
          <a:p>
            <a:pPr marL="285750" indent="-285750"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sz="1600" dirty="0"/>
              <a:t>Aktiv bei Routineaufgaben, Gewohnheitsveränderung &amp; Lernprozessen</a:t>
            </a:r>
          </a:p>
          <a:p>
            <a:pPr>
              <a:buClr>
                <a:schemeClr val="tx1"/>
              </a:buClr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43684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00Prozent">
  <a:themeElements>
    <a:clrScheme name="Grow">
      <a:dk1>
        <a:srgbClr val="818387"/>
      </a:dk1>
      <a:lt1>
        <a:sysClr val="window" lastClr="FFFFFF"/>
      </a:lt1>
      <a:dk2>
        <a:srgbClr val="00778B"/>
      </a:dk2>
      <a:lt2>
        <a:srgbClr val="FFC915"/>
      </a:lt2>
      <a:accent1>
        <a:srgbClr val="009081"/>
      </a:accent1>
      <a:accent2>
        <a:srgbClr val="40C1BB"/>
      </a:accent2>
      <a:accent3>
        <a:srgbClr val="5BD0E6"/>
      </a:accent3>
      <a:accent4>
        <a:srgbClr val="ADAEB0"/>
      </a:accent4>
      <a:accent5>
        <a:srgbClr val="8F8884"/>
      </a:accent5>
      <a:accent6>
        <a:srgbClr val="000000"/>
      </a:accent6>
      <a:hlink>
        <a:srgbClr val="818387"/>
      </a:hlink>
      <a:folHlink>
        <a:srgbClr val="818387"/>
      </a:folHlink>
    </a:clrScheme>
    <a:fontScheme name="Grow">
      <a:majorFont>
        <a:latin typeface="Gill Sans MT Pro Medium"/>
        <a:ea typeface=""/>
        <a:cs typeface=""/>
      </a:majorFont>
      <a:minorFont>
        <a:latin typeface="Gill Sans MT Pro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lIns="0" tIns="0" rIns="0" bIns="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noAutofit/>
      </a:bodyPr>
      <a:lstStyle>
        <a:defPPr marL="144000" indent="-144000">
          <a:buClr>
            <a:schemeClr val="tx1"/>
          </a:buClr>
          <a:buFont typeface="Gill Sans MT Pro Light" pitchFamily="34" charset="0"/>
          <a:buChar char="-"/>
          <a:defRPr dirty="0" err="1" smtClean="0"/>
        </a:defPPr>
      </a:lstStyle>
    </a:txDef>
  </a:objectDefaults>
  <a:extraClrSchemeLst/>
  <a:custClrLst>
    <a:custClr>
      <a:srgbClr val="FFFFFF"/>
    </a:custClr>
    <a:custClr name="Kuehles Grau">
      <a:srgbClr val="818387"/>
    </a:custClr>
    <a:custClr name="Gelb">
      <a:srgbClr val="FFC915"/>
    </a:custClr>
    <a:custClr name="Petrol">
      <a:srgbClr val="00778B"/>
    </a:custClr>
    <a:custClr name="Gruen 1">
      <a:srgbClr val="009081"/>
    </a:custClr>
    <a:custClr name="Gruen 2">
      <a:srgbClr val="40C1BB"/>
    </a:custClr>
    <a:custClr name="Blau">
      <a:srgbClr val="5BD0E6"/>
    </a:custClr>
    <a:custClr name="Grau 1">
      <a:srgbClr val="ADAEB0"/>
    </a:custClr>
    <a:custClr name="Grau 2">
      <a:srgbClr val="8F8884"/>
    </a:custClr>
    <a:custClr name="Schwarz">
      <a:srgbClr val="000000"/>
    </a:custClr>
    <a:custClr>
      <a:srgbClr val="FFFFFF"/>
    </a:custClr>
    <a:custClr name="Kuehles Grau 75%">
      <a:srgbClr val="898B8E"/>
    </a:custClr>
    <a:custClr name="Gelb 75%">
      <a:srgbClr val="FFD340"/>
    </a:custClr>
    <a:custClr name="Petrol 75%">
      <a:srgbClr val="4098A7"/>
    </a:custClr>
    <a:custClr name="Gruen 1- 75%">
      <a:srgbClr val="40AB9F"/>
    </a:custClr>
    <a:custClr name="Gruen 2- 75%">
      <a:srgbClr val="70D0CB"/>
    </a:custClr>
    <a:custClr name="Blau 75%">
      <a:srgbClr val="83DBEB"/>
    </a:custClr>
    <a:custClr name="Grau 1 – 75%">
      <a:srgbClr val="C1C1C3"/>
    </a:custClr>
    <a:custClr name="Grau 2 – 75%">
      <a:srgbClr val="AAA5A2"/>
    </a:custClr>
    <a:custClr name="Schwarz 75%">
      <a:srgbClr val="696969"/>
    </a:custClr>
    <a:custClr>
      <a:srgbClr val="FFFFFF"/>
    </a:custClr>
    <a:custClr name="Kuehles Grau 50%">
      <a:srgbClr val="B0B1B4"/>
    </a:custClr>
    <a:custClr name="Gelb 50%">
      <a:srgbClr val="FFE180"/>
    </a:custClr>
    <a:custClr name="Petrol 50%">
      <a:srgbClr val="80BAC4"/>
    </a:custClr>
    <a:custClr name="Gruen 1- 50%">
      <a:srgbClr val="80C6BF"/>
    </a:custClr>
    <a:custClr name="Gruen 2- 50%">
      <a:srgbClr val="9EDFDC"/>
    </a:custClr>
    <a:custClr name="Blau 50%">
      <a:srgbClr val="ACE7F2"/>
    </a:custClr>
    <a:custClr name="Grau 1 – 50%">
      <a:srgbClr val="D5D5D6"/>
    </a:custClr>
    <a:custClr name="Grau 2 – 50%">
      <a:srgbClr val="C6C3C1"/>
    </a:custClr>
    <a:custClr name="Schwarz 50%">
      <a:srgbClr val="A3A3A3"/>
    </a:custClr>
    <a:custClr>
      <a:srgbClr val="FFFFFF"/>
    </a:custClr>
    <a:custClr name="Kuehles Grau 25%">
      <a:srgbClr val="D7D8D9"/>
    </a:custClr>
    <a:custClr name="Gelb 25%">
      <a:srgbClr val="FFF0BE"/>
    </a:custClr>
    <a:custClr name="Petrol 25%">
      <a:srgbClr val="BEDCE1"/>
    </a:custClr>
    <a:custClr name="Gruen 1- 25%">
      <a:srgbClr val="BEE2DE"/>
    </a:custClr>
    <a:custClr name="Gruen 2- 25%">
      <a:srgbClr val="CEEEED"/>
    </a:custClr>
    <a:custClr name="Blau 25%">
      <a:srgbClr val="D5F2F8"/>
    </a:custClr>
    <a:custClr name="Grau 1 – 25%">
      <a:srgbClr val="EAEAEA"/>
    </a:custClr>
    <a:custClr name="Grau 2 – 25%">
      <a:srgbClr val="E2E0DF"/>
    </a:custClr>
    <a:custClr name="Schwarz 25%">
      <a:srgbClr val="D3D4D4"/>
    </a:custClr>
  </a:custClrLst>
</a:theme>
</file>

<file path=ppt/theme/theme2.xml><?xml version="1.0" encoding="utf-8"?>
<a:theme xmlns:a="http://schemas.openxmlformats.org/drawingml/2006/main" name="Larissa">
  <a:themeElements>
    <a:clrScheme name="Grow">
      <a:dk1>
        <a:srgbClr val="818387"/>
      </a:dk1>
      <a:lt1>
        <a:sysClr val="window" lastClr="FFFFFF"/>
      </a:lt1>
      <a:dk2>
        <a:srgbClr val="00778B"/>
      </a:dk2>
      <a:lt2>
        <a:srgbClr val="FFC915"/>
      </a:lt2>
      <a:accent1>
        <a:srgbClr val="009081"/>
      </a:accent1>
      <a:accent2>
        <a:srgbClr val="40C1BB"/>
      </a:accent2>
      <a:accent3>
        <a:srgbClr val="5BD0E6"/>
      </a:accent3>
      <a:accent4>
        <a:srgbClr val="ADAEB0"/>
      </a:accent4>
      <a:accent5>
        <a:srgbClr val="8F8884"/>
      </a:accent5>
      <a:accent6>
        <a:srgbClr val="000000"/>
      </a:accent6>
      <a:hlink>
        <a:srgbClr val="818387"/>
      </a:hlink>
      <a:folHlink>
        <a:srgbClr val="818387"/>
      </a:folHlink>
    </a:clrScheme>
    <a:fontScheme name="Grow">
      <a:majorFont>
        <a:latin typeface="Gill Sans MT Pro Medium"/>
        <a:ea typeface=""/>
        <a:cs typeface=""/>
      </a:majorFont>
      <a:minorFont>
        <a:latin typeface="Gill Sans MT Pro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lIns="0" tIns="0" rIns="0" bIns="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noAutofit/>
      </a:bodyPr>
      <a:lstStyle>
        <a:defPPr marL="144000" indent="-144000">
          <a:buClr>
            <a:schemeClr val="tx1"/>
          </a:buClr>
          <a:buFont typeface="Gill Sans MT Pro Light" pitchFamily="34" charset="0"/>
          <a:buChar char="-"/>
          <a:defRPr sz="120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Larissa">
  <a:themeElements>
    <a:clrScheme name="Grow">
      <a:dk1>
        <a:srgbClr val="818387"/>
      </a:dk1>
      <a:lt1>
        <a:sysClr val="window" lastClr="FFFFFF"/>
      </a:lt1>
      <a:dk2>
        <a:srgbClr val="00778B"/>
      </a:dk2>
      <a:lt2>
        <a:srgbClr val="FFC915"/>
      </a:lt2>
      <a:accent1>
        <a:srgbClr val="009081"/>
      </a:accent1>
      <a:accent2>
        <a:srgbClr val="40C1BB"/>
      </a:accent2>
      <a:accent3>
        <a:srgbClr val="5BD0E6"/>
      </a:accent3>
      <a:accent4>
        <a:srgbClr val="ADAEB0"/>
      </a:accent4>
      <a:accent5>
        <a:srgbClr val="8F8884"/>
      </a:accent5>
      <a:accent6>
        <a:srgbClr val="000000"/>
      </a:accent6>
      <a:hlink>
        <a:srgbClr val="818387"/>
      </a:hlink>
      <a:folHlink>
        <a:srgbClr val="818387"/>
      </a:folHlink>
    </a:clrScheme>
    <a:fontScheme name="Grow">
      <a:majorFont>
        <a:latin typeface="Gill Sans MT Pro Medium"/>
        <a:ea typeface=""/>
        <a:cs typeface=""/>
      </a:majorFont>
      <a:minorFont>
        <a:latin typeface="Gill Sans MT Pro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lIns="0" tIns="0" rIns="0" bIns="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noAutofit/>
      </a:bodyPr>
      <a:lstStyle>
        <a:defPPr marL="144000" indent="-144000">
          <a:buClr>
            <a:schemeClr val="tx1"/>
          </a:buClr>
          <a:buFont typeface="Gill Sans MT Pro Light" pitchFamily="34" charset="0"/>
          <a:buChar char="-"/>
          <a:defRPr sz="1200" dirty="0" err="1" smtClean="0"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d7eeef-4e3c-4954-9e13-703af77b133c" xsi:nil="true"/>
    <lcf76f155ced4ddcb4097134ff3c332f xmlns="1bf10111-8a65-4858-beed-420e9520781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8D225645A99B4D82956CD25F31F177" ma:contentTypeVersion="11" ma:contentTypeDescription="Create a new document." ma:contentTypeScope="" ma:versionID="02014faf22b0a6a218a865c09c3e1d8b">
  <xsd:schema xmlns:xsd="http://www.w3.org/2001/XMLSchema" xmlns:xs="http://www.w3.org/2001/XMLSchema" xmlns:p="http://schemas.microsoft.com/office/2006/metadata/properties" xmlns:ns2="1bf10111-8a65-4858-beed-420e95207811" xmlns:ns3="00d7eeef-4e3c-4954-9e13-703af77b133c" targetNamespace="http://schemas.microsoft.com/office/2006/metadata/properties" ma:root="true" ma:fieldsID="a140c170d91f311cd1e489ae6c442de6" ns2:_="" ns3:_="">
    <xsd:import namespace="1bf10111-8a65-4858-beed-420e95207811"/>
    <xsd:import namespace="00d7eeef-4e3c-4954-9e13-703af77b13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f10111-8a65-4858-beed-420e952078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463441f-7976-4b21-b431-d742f58937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7eeef-4e3c-4954-9e13-703af77b133c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1f1c727-6e8d-4755-8652-a31e30e77114}" ma:internalName="TaxCatchAll" ma:showField="CatchAllData" ma:web="00d7eeef-4e3c-4954-9e13-703af77b13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F52015-58EC-42EF-9F02-2C6702F871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17A36C-DCA2-4A1B-A973-AD73271E753A}">
  <ds:schemaRefs>
    <ds:schemaRef ds:uri="http://purl.org/dc/dcmitype/"/>
    <ds:schemaRef ds:uri="2bf48d57-ac01-4b72-baab-72b3e19d4087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bf014c04-4ac3-4636-8a45-42f331bfe729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8A8A9CE-E57C-448C-A392-153DC50C730A}"/>
</file>

<file path=docProps/app.xml><?xml version="1.0" encoding="utf-8"?>
<Properties xmlns="http://schemas.openxmlformats.org/officeDocument/2006/extended-properties" xmlns:vt="http://schemas.openxmlformats.org/officeDocument/2006/docPropsVTypes">
  <Template>100Prozent.pptx</Template>
  <TotalTime>0</TotalTime>
  <Words>164</Words>
  <Application>Microsoft Office PowerPoint</Application>
  <PresentationFormat>Benutzerdefiniert</PresentationFormat>
  <Paragraphs>29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Gill Sans MT Pro Light</vt:lpstr>
      <vt:lpstr>Gill Sans MT Pro Medium</vt:lpstr>
      <vt:lpstr>Symbol</vt:lpstr>
      <vt:lpstr>100Prozent</vt:lpstr>
      <vt:lpstr>think-cell Folie</vt:lpstr>
      <vt:lpstr>Das Handlungssteuerungsmodell</vt:lpstr>
      <vt:lpstr>Das Handlungssteuerungsmodell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Ariane Villwock</dc:creator>
  <dc:description>Optimiert für Office 2010</dc:description>
  <cp:lastModifiedBy>Melanie Heuser</cp:lastModifiedBy>
  <cp:revision>3</cp:revision>
  <cp:lastPrinted>2024-07-26T07:18:21Z</cp:lastPrinted>
  <dcterms:created xsi:type="dcterms:W3CDTF">2016-11-15T16:12:30Z</dcterms:created>
  <dcterms:modified xsi:type="dcterms:W3CDTF">2025-02-19T07:39:06Z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0x010100F18D225645A99B4D82956CD25F31F177</vt:lpwstr>
  </property>
  <property fmtid="{D5CDD505-2E9C-101B-9397-08002B2CF9AE}" pid="3" name="MediaServiceImageTags">
    <vt:lpwstr/>
  </property>
</Properties>
</file>